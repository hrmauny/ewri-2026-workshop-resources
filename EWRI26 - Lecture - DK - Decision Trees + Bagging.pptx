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8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796" r:id="rId3"/>
    <p:sldId id="795" r:id="rId4"/>
    <p:sldId id="260" r:id="rId5"/>
    <p:sldId id="264" r:id="rId6"/>
    <p:sldId id="797" r:id="rId7"/>
    <p:sldId id="265" r:id="rId8"/>
    <p:sldId id="267" r:id="rId9"/>
    <p:sldId id="269" r:id="rId10"/>
    <p:sldId id="333" r:id="rId11"/>
    <p:sldId id="272" r:id="rId12"/>
    <p:sldId id="273" r:id="rId13"/>
    <p:sldId id="274" r:id="rId14"/>
    <p:sldId id="275" r:id="rId15"/>
    <p:sldId id="276" r:id="rId16"/>
    <p:sldId id="277" r:id="rId17"/>
    <p:sldId id="334" r:id="rId18"/>
    <p:sldId id="268" r:id="rId19"/>
    <p:sldId id="281" r:id="rId20"/>
    <p:sldId id="283" r:id="rId21"/>
    <p:sldId id="282" r:id="rId22"/>
    <p:sldId id="295" r:id="rId23"/>
    <p:sldId id="302" r:id="rId24"/>
    <p:sldId id="303" r:id="rId25"/>
    <p:sldId id="346" r:id="rId26"/>
    <p:sldId id="304" r:id="rId27"/>
    <p:sldId id="305" r:id="rId28"/>
    <p:sldId id="357" r:id="rId29"/>
    <p:sldId id="309" r:id="rId30"/>
    <p:sldId id="310" r:id="rId31"/>
    <p:sldId id="359" r:id="rId32"/>
    <p:sldId id="348" r:id="rId33"/>
    <p:sldId id="342" r:id="rId34"/>
    <p:sldId id="344" r:id="rId35"/>
    <p:sldId id="551" r:id="rId36"/>
    <p:sldId id="720" r:id="rId37"/>
    <p:sldId id="790" r:id="rId38"/>
    <p:sldId id="721" r:id="rId39"/>
    <p:sldId id="722" r:id="rId40"/>
    <p:sldId id="724" r:id="rId41"/>
    <p:sldId id="726" r:id="rId42"/>
    <p:sldId id="727" r:id="rId43"/>
    <p:sldId id="728" r:id="rId44"/>
    <p:sldId id="729" r:id="rId45"/>
    <p:sldId id="730" r:id="rId46"/>
    <p:sldId id="731" r:id="rId47"/>
    <p:sldId id="732" r:id="rId48"/>
    <p:sldId id="733" r:id="rId49"/>
    <p:sldId id="738" r:id="rId50"/>
    <p:sldId id="739" r:id="rId51"/>
    <p:sldId id="740" r:id="rId52"/>
    <p:sldId id="794" r:id="rId53"/>
    <p:sldId id="716" r:id="rId54"/>
    <p:sldId id="746" r:id="rId55"/>
    <p:sldId id="749" r:id="rId56"/>
    <p:sldId id="750" r:id="rId57"/>
    <p:sldId id="798" r:id="rId58"/>
  </p:sldIdLst>
  <p:sldSz cx="12192000" cy="6858000"/>
  <p:notesSz cx="6858000" cy="9144000"/>
  <p:embeddedFontLst>
    <p:embeddedFont>
      <p:font typeface="Cambria Math" panose="02040503050406030204" pitchFamily="18" charset="0"/>
      <p:regular r:id="rId60"/>
    </p:embeddedFont>
    <p:embeddedFont>
      <p:font typeface="Consolas" panose="020B0609020204030204" pitchFamily="49" charset="0"/>
      <p:regular r:id="rId61"/>
      <p:bold r:id="rId62"/>
      <p:italic r:id="rId63"/>
      <p:boldItalic r:id="rId64"/>
    </p:embeddedFont>
    <p:embeddedFont>
      <p:font typeface="Tahoma" panose="020B0604030504040204" pitchFamily="34" charset="0"/>
      <p:regular r:id="rId65"/>
      <p:bold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3EDFB263-0067-4E84-8901-B88E2DE5B201}">
          <p14:sldIdLst>
            <p14:sldId id="256"/>
            <p14:sldId id="796"/>
            <p14:sldId id="795"/>
            <p14:sldId id="260"/>
            <p14:sldId id="264"/>
            <p14:sldId id="797"/>
            <p14:sldId id="265"/>
            <p14:sldId id="267"/>
            <p14:sldId id="269"/>
            <p14:sldId id="333"/>
            <p14:sldId id="272"/>
            <p14:sldId id="273"/>
            <p14:sldId id="274"/>
            <p14:sldId id="275"/>
            <p14:sldId id="276"/>
            <p14:sldId id="277"/>
            <p14:sldId id="334"/>
            <p14:sldId id="268"/>
            <p14:sldId id="281"/>
            <p14:sldId id="283"/>
            <p14:sldId id="282"/>
            <p14:sldId id="295"/>
            <p14:sldId id="302"/>
            <p14:sldId id="303"/>
            <p14:sldId id="346"/>
            <p14:sldId id="304"/>
            <p14:sldId id="305"/>
            <p14:sldId id="357"/>
            <p14:sldId id="309"/>
            <p14:sldId id="310"/>
            <p14:sldId id="359"/>
            <p14:sldId id="348"/>
            <p14:sldId id="342"/>
            <p14:sldId id="344"/>
            <p14:sldId id="551"/>
            <p14:sldId id="720"/>
            <p14:sldId id="790"/>
            <p14:sldId id="721"/>
            <p14:sldId id="722"/>
            <p14:sldId id="724"/>
            <p14:sldId id="726"/>
            <p14:sldId id="727"/>
            <p14:sldId id="728"/>
            <p14:sldId id="729"/>
            <p14:sldId id="730"/>
            <p14:sldId id="731"/>
            <p14:sldId id="732"/>
            <p14:sldId id="733"/>
            <p14:sldId id="738"/>
            <p14:sldId id="739"/>
            <p14:sldId id="740"/>
            <p14:sldId id="794"/>
            <p14:sldId id="716"/>
            <p14:sldId id="746"/>
            <p14:sldId id="749"/>
            <p14:sldId id="750"/>
            <p14:sldId id="798"/>
          </p14:sldIdLst>
        </p14:section>
      </p14:sectionLst>
    </p:ex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3" roundtripDataSignature="AMtx7mgNRHVhJUJuHyMabG6OB6Rbgurh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1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BD4D982-3D4C-47C7-9160-C04A06D331D9}">
  <a:tblStyle styleId="{FBD4D982-3D4C-47C7-9160-C04A06D331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29"/>
    <p:restoredTop sz="94216" autoAdjust="0"/>
  </p:normalViewPr>
  <p:slideViewPr>
    <p:cSldViewPr snapToGrid="0" snapToObjects="1">
      <p:cViewPr varScale="1">
        <p:scale>
          <a:sx n="212" d="100"/>
          <a:sy n="212" d="100"/>
        </p:scale>
        <p:origin x="43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7.fntdata"/><Relationship Id="rId110" Type="http://schemas.openxmlformats.org/officeDocument/2006/relationships/customXml" Target="../customXml/item3.xml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103" Type="http://customschemas.google.com/relationships/presentationmetadata" Target="metadata"/><Relationship Id="rId108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customXml" Target="../customXml/item2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104" Type="http://schemas.openxmlformats.org/officeDocument/2006/relationships/presProps" Target="presProps.xml"/><Relationship Id="rId7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29402444-3D84-31FC-FBA5-15C11A83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E26960E0-1BE1-FB08-EF0F-216C27CC4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9A86E811-5D11-8504-F4C1-126491569C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474B3B45-B2CB-BD41-DA1E-45124145B7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7384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A454720D-1BE2-FBA8-762F-217113A5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FF760072-83F8-94E8-9418-DBAD79D084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81B06229-6EA0-1742-7910-17E11EBAA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3C1E4783-32F8-8709-1A8F-6FF7EC7651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8020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FEA4B04-384C-47B4-E5C0-CB616BEC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9:notes">
            <a:extLst>
              <a:ext uri="{FF2B5EF4-FFF2-40B4-BE49-F238E27FC236}">
                <a16:creationId xmlns:a16="http://schemas.microsoft.com/office/drawing/2014/main" id="{B1157B23-31E8-339B-83E5-E401C851A6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59:notes">
            <a:extLst>
              <a:ext uri="{FF2B5EF4-FFF2-40B4-BE49-F238E27FC236}">
                <a16:creationId xmlns:a16="http://schemas.microsoft.com/office/drawing/2014/main" id="{86020FA7-8C19-32F9-2AFA-D8B72BE98B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6221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1553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" name="Google Shape;42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9" name="Google Shape;4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0" name="Google Shape;49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0" name="Google Shape;49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77845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6933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1" name="Google Shape;57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2" name="Google Shape;5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7" name="Google Shape;577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1" name="Google Shape;82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3" name="Google Shape;94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7" name="Google Shape;97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3" name="Google Shape;98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3" name="Google Shape;993;p4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3" name="Google Shape;993;p4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63210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9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3" name="Google Shape;1053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7" name="Google Shape;1077;p9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9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3" name="Google Shape;1053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65171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0" name="Google Shape;84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55988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4" name="Google Shape;90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54699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0" name="Google Shape;8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59426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13505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2894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24DEE971-097C-381E-2A8F-321C2B4F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CBC05CB2-F6D3-4209-AE5E-82DBCD9DA7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4B73FB51-266F-1292-BAE1-69D6DB59FD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2C4CB518-F561-1058-FEFB-D6CFD850BD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725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Standard">
  <p:cSld name="Title Slide-Standard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9"/>
          <p:cNvSpPr txBox="1">
            <a:spLocks noGrp="1"/>
          </p:cNvSpPr>
          <p:nvPr>
            <p:ph type="ctrTitle"/>
          </p:nvPr>
        </p:nvSpPr>
        <p:spPr>
          <a:xfrm>
            <a:off x="-6625" y="802714"/>
            <a:ext cx="12192000" cy="27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25" tIns="0" rIns="548625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200"/>
              <a:buFont typeface="Arial"/>
              <a:buNone/>
              <a:defRPr sz="92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9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12185376" cy="696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25" tIns="0" rIns="5486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2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sldNum" idx="12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Content-Bullet">
  <p:cSld name="1_Title+Content-Bulle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8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8"/>
          <p:cNvSpPr txBox="1">
            <a:spLocks noGrp="1"/>
          </p:cNvSpPr>
          <p:nvPr>
            <p:ph type="body" idx="1"/>
          </p:nvPr>
        </p:nvSpPr>
        <p:spPr>
          <a:xfrm>
            <a:off x="804672" y="2313432"/>
            <a:ext cx="10515600" cy="355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0"/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-"/>
              <a:defRPr sz="2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18"/>
          <p:cNvSpPr txBox="1">
            <a:spLocks noGrp="1"/>
          </p:cNvSpPr>
          <p:nvPr>
            <p:ph type="sldNum" idx="12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Content-Bullet">
  <p:cSld name="Title+Content-Bulle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1"/>
          </p:nvPr>
        </p:nvSpPr>
        <p:spPr>
          <a:xfrm>
            <a:off x="804672" y="2926080"/>
            <a:ext cx="10515600" cy="293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-"/>
              <a:defRPr sz="2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body" idx="2"/>
          </p:nvPr>
        </p:nvSpPr>
        <p:spPr>
          <a:xfrm>
            <a:off x="804672" y="2313432"/>
            <a:ext cx="10515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40"/>
              <a:buFont typeface="Arial"/>
              <a:buNone/>
              <a:defRPr sz="36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sldNum" idx="12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145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145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114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sldNum" idx="12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+Content w/Photo rect">
  <p:cSld name="Title+Content w/Photo r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4"/>
          <p:cNvSpPr txBox="1">
            <a:spLocks noGrp="1"/>
          </p:cNvSpPr>
          <p:nvPr>
            <p:ph type="title"/>
          </p:nvPr>
        </p:nvSpPr>
        <p:spPr>
          <a:xfrm>
            <a:off x="813816" y="886968"/>
            <a:ext cx="10515600" cy="785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4"/>
          <p:cNvSpPr txBox="1">
            <a:spLocks noGrp="1"/>
          </p:cNvSpPr>
          <p:nvPr>
            <p:ph type="body" idx="1"/>
          </p:nvPr>
        </p:nvSpPr>
        <p:spPr>
          <a:xfrm>
            <a:off x="804672" y="2926080"/>
            <a:ext cx="6053328" cy="293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body" idx="2"/>
          </p:nvPr>
        </p:nvSpPr>
        <p:spPr>
          <a:xfrm>
            <a:off x="804672" y="2314534"/>
            <a:ext cx="6053328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None/>
              <a:defRPr sz="3600" b="1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>
            <a:spLocks noGrp="1"/>
          </p:cNvSpPr>
          <p:nvPr>
            <p:ph type="pic" idx="3"/>
          </p:nvPr>
        </p:nvSpPr>
        <p:spPr>
          <a:xfrm>
            <a:off x="7100889" y="2314534"/>
            <a:ext cx="4786312" cy="258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D6D6D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-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1" name="Google Shape;71;p34" descr="A screen shot of a compute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2616"/>
          <a:stretch/>
        </p:blipFill>
        <p:spPr>
          <a:xfrm>
            <a:off x="7100889" y="2314534"/>
            <a:ext cx="4786312" cy="2589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0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53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2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120"/>
          <p:cNvSpPr txBox="1">
            <a:spLocks noGrp="1"/>
          </p:cNvSpPr>
          <p:nvPr>
            <p:ph type="sldNum" idx="12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D8D8D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D8D8D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D8D8D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D8D8D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D8D8D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D8D8D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D8D8D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D8D8D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D8D8D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body" idx="1"/>
          </p:nvPr>
        </p:nvSpPr>
        <p:spPr>
          <a:xfrm>
            <a:off x="838200" y="2705100"/>
            <a:ext cx="10515600" cy="3284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1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-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31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/>
          <p:nvPr/>
        </p:nvSpPr>
        <p:spPr>
          <a:xfrm>
            <a:off x="0" y="-1"/>
            <a:ext cx="12191999" cy="688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27" descr="A close up of a sign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03884" y="6308202"/>
            <a:ext cx="1051560" cy="22324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7"/>
          <p:cNvSpPr txBox="1">
            <a:spLocks noGrp="1"/>
          </p:cNvSpPr>
          <p:nvPr>
            <p:ph type="sldNum" idx="12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7" r:id="rId5"/>
    <p:sldLayoutId id="214748365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>
            <a:spLocks noGrp="1"/>
          </p:cNvSpPr>
          <p:nvPr>
            <p:ph type="ctrTitle"/>
          </p:nvPr>
        </p:nvSpPr>
        <p:spPr>
          <a:xfrm>
            <a:off x="-6625" y="1524000"/>
            <a:ext cx="12192000" cy="202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25" tIns="0" rIns="548625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200"/>
              <a:buFont typeface="Arial"/>
              <a:buNone/>
            </a:pPr>
            <a:r>
              <a:rPr lang="en-US" sz="6600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Decision Trees &amp; Bagging</a:t>
            </a:r>
            <a:endParaRPr dirty="0"/>
          </a:p>
        </p:txBody>
      </p:sp>
      <p:sp>
        <p:nvSpPr>
          <p:cNvPr id="83" name="Google Shape;83;p2"/>
          <p:cNvSpPr txBox="1">
            <a:spLocks noGrp="1"/>
          </p:cNvSpPr>
          <p:nvPr>
            <p:ph type="subTitle" idx="1"/>
          </p:nvPr>
        </p:nvSpPr>
        <p:spPr>
          <a:xfrm>
            <a:off x="6624" y="3429000"/>
            <a:ext cx="12185376" cy="162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25" tIns="0" rIns="548625" bIns="0" anchor="ctr" anchorCtr="0">
            <a:noAutofit/>
          </a:bodyPr>
          <a:lstStyle/>
          <a:p>
            <a:r>
              <a:rPr lang="en-US" sz="2400" i="1" dirty="0">
                <a:solidFill>
                  <a:schemeClr val="bg1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Dongkuan (DK) Xu</a:t>
            </a:r>
          </a:p>
          <a:p>
            <a:pPr marL="0" lvl="0" indent="0"/>
            <a:r>
              <a:rPr lang="en-US" sz="2400" i="1" dirty="0">
                <a:solidFill>
                  <a:schemeClr val="bg1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NCSU Generative Intelligent Computing Lab</a:t>
            </a:r>
          </a:p>
          <a:p>
            <a:pPr marL="0" lvl="0" indent="0"/>
            <a:r>
              <a:rPr lang="en-US" sz="2400" i="1" dirty="0">
                <a:solidFill>
                  <a:schemeClr val="bg1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Computer Science, NC State University</a:t>
            </a:r>
          </a:p>
          <a:p>
            <a:pPr lvl="0"/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04/2</a:t>
            </a:r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6</a:t>
            </a: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/2026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84" name="Google Shape;8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6375" y="6204211"/>
            <a:ext cx="2286000" cy="189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2AC7AC20-32BC-7F63-4C5D-D60541F9D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3B9D3C-25B2-DECE-3796-048B6FFE1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39" y="670969"/>
            <a:ext cx="11607921" cy="6108826"/>
          </a:xfrm>
          <a:prstGeom prst="rect">
            <a:avLst/>
          </a:prstGeom>
        </p:spPr>
      </p:pic>
      <p:sp>
        <p:nvSpPr>
          <p:cNvPr id="9" name="Google Shape;1153;p83">
            <a:extLst>
              <a:ext uri="{FF2B5EF4-FFF2-40B4-BE49-F238E27FC236}">
                <a16:creationId xmlns:a16="http://schemas.microsoft.com/office/drawing/2014/main" id="{4F0FE1D6-66C4-AB47-5305-375382EA4A1C}"/>
              </a:ext>
            </a:extLst>
          </p:cNvPr>
          <p:cNvSpPr txBox="1"/>
          <p:nvPr/>
        </p:nvSpPr>
        <p:spPr>
          <a:xfrm>
            <a:off x="292039" y="111718"/>
            <a:ext cx="9129323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Generative Intelligent Computing (GIC) Lab </a:t>
            </a:r>
            <a:endParaRPr 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" name="Picture 4" descr="NC State Brick Logo 2x2 Red">
            <a:extLst>
              <a:ext uri="{FF2B5EF4-FFF2-40B4-BE49-F238E27FC236}">
                <a16:creationId xmlns:a16="http://schemas.microsoft.com/office/drawing/2014/main" id="{53D32AF2-B895-B0B5-BED0-793A94FF8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683" y="111718"/>
            <a:ext cx="1057438" cy="50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881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C70A365F-75F6-F8EB-B506-42E82900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6E243F55-A998-CF04-F17E-426F4627212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149642"/>
            <a:ext cx="12192000" cy="202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25" tIns="0" rIns="548625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200"/>
              <a:buFont typeface="Arial"/>
              <a:buNone/>
            </a:pPr>
            <a:r>
              <a:rPr lang="en-US" sz="6600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Decision Trees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2193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>
            <a:spLocks noGrp="1"/>
          </p:cNvSpPr>
          <p:nvPr>
            <p:ph type="body" idx="1"/>
          </p:nvPr>
        </p:nvSpPr>
        <p:spPr>
          <a:xfrm>
            <a:off x="1101555" y="1653445"/>
            <a:ext cx="10600294" cy="3907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355600" marR="328295" lvl="0" indent="-342900" algn="l" rtl="0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SzPct val="99264"/>
              <a:buFont typeface="Arial"/>
              <a:buChar char="•"/>
            </a:pPr>
            <a:r>
              <a:rPr lang="en-US" sz="3200" b="1" dirty="0"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: A collection of data objects (</a:t>
            </a:r>
            <a:r>
              <a:rPr lang="en-US" sz="32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training dataset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): </a:t>
            </a:r>
          </a:p>
          <a:p>
            <a:pPr marL="812800" marR="328295" lvl="1" indent="-342900">
              <a:lnSpc>
                <a:spcPct val="107407"/>
              </a:lnSpc>
              <a:buSzPct val="99264"/>
              <a:buFont typeface="Arial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Each object includes a set of attributes.</a:t>
            </a:r>
          </a:p>
          <a:p>
            <a:pPr marL="812800" marR="328295" lvl="1" indent="-342900">
              <a:lnSpc>
                <a:spcPct val="107407"/>
              </a:lnSpc>
              <a:buSzPct val="99264"/>
              <a:buFont typeface="Arial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One attribute is the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dirty="0"/>
              <a:t> </a:t>
            </a:r>
            <a:r>
              <a:rPr lang="en-US" b="1" dirty="0">
                <a:sym typeface="Arial"/>
              </a:rPr>
              <a:t>labe</a:t>
            </a:r>
            <a:r>
              <a:rPr lang="en-US" b="1" dirty="0"/>
              <a:t>l</a:t>
            </a:r>
            <a:r>
              <a:rPr lang="en-US" dirty="0"/>
              <a:t>, Y, and the rest are features, </a:t>
            </a:r>
            <a:r>
              <a:rPr lang="en-US" b="1" dirty="0"/>
              <a:t>X</a:t>
            </a:r>
            <a:r>
              <a:rPr lang="en-US" dirty="0"/>
              <a:t>.</a:t>
            </a:r>
          </a:p>
          <a:p>
            <a:pPr marL="469900" marR="328295" lvl="1" indent="0">
              <a:lnSpc>
                <a:spcPct val="107407"/>
              </a:lnSpc>
              <a:buSzPct val="99264"/>
              <a:buNone/>
            </a:pPr>
            <a:endParaRPr sz="4400" dirty="0">
              <a:latin typeface="Arial"/>
              <a:ea typeface="Arial"/>
              <a:cs typeface="Arial"/>
              <a:sym typeface="Arial"/>
            </a:endParaRPr>
          </a:p>
          <a:p>
            <a:pPr marL="355600" marR="20955" lvl="0" indent="-342900" algn="l" rtl="0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SzPct val="99264"/>
              <a:buFont typeface="Arial"/>
              <a:buChar char="•"/>
            </a:pPr>
            <a:r>
              <a:rPr lang="en-US" b="1" dirty="0"/>
              <a:t>Procedure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: Find </a:t>
            </a:r>
            <a:r>
              <a:rPr lang="en-US" sz="32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 model </a:t>
            </a:r>
            <a:r>
              <a:rPr lang="en-US" dirty="0"/>
              <a:t>that maps the features to the class label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:   f:</a:t>
            </a:r>
            <a:r>
              <a:rPr lang="en-US" sz="3200" dirty="0">
                <a:latin typeface="Arial"/>
                <a:ea typeface="Arial"/>
                <a:cs typeface="Arial"/>
                <a:sym typeface="Wingdings" panose="05000000000000000000" pitchFamily="2" charset="2"/>
              </a:rPr>
              <a:t> </a:t>
            </a:r>
            <a:r>
              <a:rPr lang="en-US" sz="3200" b="1" dirty="0">
                <a:latin typeface="Arial"/>
                <a:ea typeface="Arial"/>
                <a:cs typeface="Arial"/>
                <a:sym typeface="Wingdings" panose="05000000000000000000" pitchFamily="2" charset="2"/>
              </a:rPr>
              <a:t>X</a:t>
            </a:r>
            <a:r>
              <a:rPr lang="en-US" sz="3200" dirty="0">
                <a:latin typeface="Arial"/>
                <a:ea typeface="Arial"/>
                <a:cs typeface="Arial"/>
                <a:sym typeface="Wingdings" panose="05000000000000000000" pitchFamily="2" charset="2"/>
              </a:rPr>
              <a:t>  </a:t>
            </a:r>
            <a:r>
              <a:rPr lang="en-US" sz="3200" dirty="0">
                <a:sym typeface="Wingdings" panose="05000000000000000000" pitchFamily="2" charset="2"/>
              </a:rPr>
              <a:t>Y</a:t>
            </a:r>
            <a:endParaRPr dirty="0"/>
          </a:p>
          <a:p>
            <a:pPr marL="355600" marR="5080" lvl="0" indent="-342900" algn="l" rtl="0">
              <a:lnSpc>
                <a:spcPct val="107407"/>
              </a:lnSpc>
              <a:spcBef>
                <a:spcPts val="2425"/>
              </a:spcBef>
              <a:spcAft>
                <a:spcPts val="0"/>
              </a:spcAft>
              <a:buSzPct val="99264"/>
              <a:buFont typeface="Arial"/>
              <a:buChar char="•"/>
            </a:pPr>
            <a:r>
              <a:rPr lang="en-US" sz="3200" b="1" dirty="0"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: Classify </a:t>
            </a:r>
            <a:r>
              <a:rPr lang="en-US" sz="3200" i="1" dirty="0">
                <a:latin typeface="Arial"/>
                <a:ea typeface="Arial"/>
                <a:cs typeface="Arial"/>
                <a:sym typeface="Arial"/>
              </a:rPr>
              <a:t>previously unseen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data objects (</a:t>
            </a:r>
            <a:r>
              <a:rPr lang="en-US" sz="32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test </a:t>
            </a:r>
            <a:r>
              <a:rPr lang="en-US" b="1" dirty="0">
                <a:solidFill>
                  <a:schemeClr val="accent1"/>
                </a:solidFill>
              </a:rPr>
              <a:t>data</a:t>
            </a:r>
            <a:r>
              <a:rPr lang="en-US" sz="32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) as </a:t>
            </a:r>
            <a:r>
              <a:rPr lang="en-US" sz="3200" i="1" dirty="0">
                <a:latin typeface="Arial"/>
                <a:ea typeface="Arial"/>
                <a:cs typeface="Arial"/>
                <a:sym typeface="Arial"/>
              </a:rPr>
              <a:t>accurately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as possible.</a:t>
            </a:r>
            <a:endParaRPr dirty="0"/>
          </a:p>
          <a:p>
            <a:pPr marL="45720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9"/>
          <p:cNvSpPr txBox="1">
            <a:spLocks noGrp="1"/>
          </p:cNvSpPr>
          <p:nvPr>
            <p:ph type="title"/>
          </p:nvPr>
        </p:nvSpPr>
        <p:spPr>
          <a:xfrm>
            <a:off x="377160" y="414020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Classification: Definition</a:t>
            </a: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9"/>
          <p:cNvSpPr txBox="1"/>
          <p:nvPr/>
        </p:nvSpPr>
        <p:spPr>
          <a:xfrm>
            <a:off x="2238413" y="2847821"/>
            <a:ext cx="54576" cy="5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0" b="0" i="0" u="none" strike="noStrike" cap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9" name="Google Shape;149;p59"/>
          <p:cNvGraphicFramePr/>
          <p:nvPr>
            <p:extLst>
              <p:ext uri="{D42A27DB-BD31-4B8C-83A1-F6EECF244321}">
                <p14:modId xmlns:p14="http://schemas.microsoft.com/office/powerpoint/2010/main" val="3388846045"/>
              </p:ext>
            </p:extLst>
          </p:nvPr>
        </p:nvGraphicFramePr>
        <p:xfrm>
          <a:off x="964608" y="4010546"/>
          <a:ext cx="3816075" cy="1999600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47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100">
                <a:tc>
                  <a:txBody>
                    <a:bodyPr/>
                    <a:lstStyle/>
                    <a:p>
                      <a:pPr marL="5333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Tid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4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584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Attrib1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Attrib2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Attrib3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sz="130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50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0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34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4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40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40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40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40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57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0" name="Google Shape;150;p59"/>
          <p:cNvSpPr txBox="1"/>
          <p:nvPr/>
        </p:nvSpPr>
        <p:spPr>
          <a:xfrm>
            <a:off x="2238703" y="5993377"/>
            <a:ext cx="54576" cy="5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0" b="0" i="0" u="none" strike="noStrike" cap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1" name="Google Shape;151;p59"/>
          <p:cNvGraphicFramePr/>
          <p:nvPr>
            <p:extLst>
              <p:ext uri="{D42A27DB-BD31-4B8C-83A1-F6EECF244321}">
                <p14:modId xmlns:p14="http://schemas.microsoft.com/office/powerpoint/2010/main" val="2461862245"/>
              </p:ext>
            </p:extLst>
          </p:nvPr>
        </p:nvGraphicFramePr>
        <p:xfrm>
          <a:off x="963652" y="684848"/>
          <a:ext cx="3817025" cy="366677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47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800">
                <a:tc>
                  <a:txBody>
                    <a:bodyPr/>
                    <a:lstStyle/>
                    <a:p>
                      <a:pPr marL="5333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Tid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4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Attrib1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57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Attrib2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57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Attrib3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57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575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125K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34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5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8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5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8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80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5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5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8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 dirty="0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3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5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2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 dirty="0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5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23CC5-A52F-9CAC-7AEE-7FF7F2C5960C}"/>
              </a:ext>
            </a:extLst>
          </p:cNvPr>
          <p:cNvSpPr txBox="1"/>
          <p:nvPr/>
        </p:nvSpPr>
        <p:spPr>
          <a:xfrm>
            <a:off x="5133566" y="2769616"/>
            <a:ext cx="71096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/>
              <a:t>Tid</a:t>
            </a:r>
            <a:r>
              <a:rPr lang="en-US" sz="1600" dirty="0"/>
              <a:t>: The ID number of each record.</a:t>
            </a:r>
          </a:p>
          <a:p>
            <a:r>
              <a:rPr lang="en-US" sz="1600" b="1" dirty="0"/>
              <a:t>Attrib1</a:t>
            </a:r>
            <a:r>
              <a:rPr lang="en-US" sz="1600" dirty="0"/>
              <a:t>: Whether a person has a certain property or status.</a:t>
            </a:r>
          </a:p>
          <a:p>
            <a:r>
              <a:rPr lang="en-US" sz="1600" b="1" dirty="0"/>
              <a:t>Attrib2</a:t>
            </a:r>
            <a:r>
              <a:rPr lang="en-US" sz="1600" dirty="0"/>
              <a:t>: A size-level feature, with values such as Small, Medium, and Large.</a:t>
            </a:r>
          </a:p>
          <a:p>
            <a:r>
              <a:rPr lang="en-US" sz="1600" b="1" dirty="0"/>
              <a:t>Attrib3</a:t>
            </a:r>
            <a:r>
              <a:rPr lang="en-US" sz="1600" dirty="0"/>
              <a:t>: Such as income or amount, measured in thousands.</a:t>
            </a:r>
          </a:p>
          <a:p>
            <a:r>
              <a:rPr lang="en-US" sz="1600" b="1" dirty="0"/>
              <a:t>Class</a:t>
            </a:r>
            <a:r>
              <a:rPr lang="en-US" sz="1600" dirty="0"/>
              <a:t>: The target label we want to predict, with values Yes or 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3D96C9F-80B8-B572-023E-B50F7B24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Google Shape;142;p59">
            <a:extLst>
              <a:ext uri="{FF2B5EF4-FFF2-40B4-BE49-F238E27FC236}">
                <a16:creationId xmlns:a16="http://schemas.microsoft.com/office/drawing/2014/main" id="{1FCD04B5-6691-539F-7991-2DB56DC5E1DC}"/>
              </a:ext>
            </a:extLst>
          </p:cNvPr>
          <p:cNvGraphicFramePr/>
          <p:nvPr/>
        </p:nvGraphicFramePr>
        <p:xfrm>
          <a:off x="6750411" y="114499"/>
          <a:ext cx="3267275" cy="3138650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40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6300">
                <a:tc>
                  <a:txBody>
                    <a:bodyPr/>
                    <a:lstStyle/>
                    <a:p>
                      <a:pPr marL="5333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i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Tid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40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7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7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Attrib3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7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725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2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2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2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125K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2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7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8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3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8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3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3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8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220K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3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8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3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07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3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3" name="Google Shape;143;p59">
            <a:extLst>
              <a:ext uri="{FF2B5EF4-FFF2-40B4-BE49-F238E27FC236}">
                <a16:creationId xmlns:a16="http://schemas.microsoft.com/office/drawing/2014/main" id="{A7BF4723-A896-CDDA-638D-02C53F59BB3F}"/>
              </a:ext>
            </a:extLst>
          </p:cNvPr>
          <p:cNvSpPr txBox="1"/>
          <p:nvPr/>
        </p:nvSpPr>
        <p:spPr>
          <a:xfrm>
            <a:off x="6723491" y="3230819"/>
            <a:ext cx="46717" cy="48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0" b="0" i="0" u="none" strike="noStrike" cap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4" name="Google Shape;144;p59">
            <a:extLst>
              <a:ext uri="{FF2B5EF4-FFF2-40B4-BE49-F238E27FC236}">
                <a16:creationId xmlns:a16="http://schemas.microsoft.com/office/drawing/2014/main" id="{99EB599A-2CD6-3F2E-E6CB-6E1545F0025C}"/>
              </a:ext>
            </a:extLst>
          </p:cNvPr>
          <p:cNvGraphicFramePr/>
          <p:nvPr/>
        </p:nvGraphicFramePr>
        <p:xfrm>
          <a:off x="6750411" y="4161029"/>
          <a:ext cx="3267275" cy="171202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4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6650">
                <a:tc>
                  <a:txBody>
                    <a:bodyPr/>
                    <a:lstStyle/>
                    <a:p>
                      <a:pPr marL="5333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i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Tid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40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584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5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5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Attrib3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5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550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30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2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2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2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2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8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8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8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8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1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4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67K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0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1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5" name="Google Shape;145;p59">
            <a:extLst>
              <a:ext uri="{FF2B5EF4-FFF2-40B4-BE49-F238E27FC236}">
                <a16:creationId xmlns:a16="http://schemas.microsoft.com/office/drawing/2014/main" id="{76DE3212-0F93-808E-ABA5-F2DDCF6A79D7}"/>
              </a:ext>
            </a:extLst>
          </p:cNvPr>
          <p:cNvSpPr txBox="1"/>
          <p:nvPr/>
        </p:nvSpPr>
        <p:spPr>
          <a:xfrm>
            <a:off x="6723496" y="5850717"/>
            <a:ext cx="46728" cy="4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0" b="0" i="0" u="none" strike="noStrike" cap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9">
            <a:extLst>
              <a:ext uri="{FF2B5EF4-FFF2-40B4-BE49-F238E27FC236}">
                <a16:creationId xmlns:a16="http://schemas.microsoft.com/office/drawing/2014/main" id="{DDB601BA-7179-3A05-6806-1DEE6E071CE1}"/>
              </a:ext>
            </a:extLst>
          </p:cNvPr>
          <p:cNvSpPr txBox="1"/>
          <p:nvPr/>
        </p:nvSpPr>
        <p:spPr>
          <a:xfrm>
            <a:off x="8010462" y="5953130"/>
            <a:ext cx="1042160" cy="351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9">
            <a:extLst>
              <a:ext uri="{FF2B5EF4-FFF2-40B4-BE49-F238E27FC236}">
                <a16:creationId xmlns:a16="http://schemas.microsoft.com/office/drawing/2014/main" id="{6540BAB4-1141-57F9-527B-E4F1B984C479}"/>
              </a:ext>
            </a:extLst>
          </p:cNvPr>
          <p:cNvSpPr txBox="1"/>
          <p:nvPr/>
        </p:nvSpPr>
        <p:spPr>
          <a:xfrm>
            <a:off x="7666869" y="3333250"/>
            <a:ext cx="143437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9">
            <a:extLst>
              <a:ext uri="{FF2B5EF4-FFF2-40B4-BE49-F238E27FC236}">
                <a16:creationId xmlns:a16="http://schemas.microsoft.com/office/drawing/2014/main" id="{793AAB4F-72EA-0FE5-BDA3-4AE776F0EE7E}"/>
              </a:ext>
            </a:extLst>
          </p:cNvPr>
          <p:cNvSpPr txBox="1"/>
          <p:nvPr/>
        </p:nvSpPr>
        <p:spPr>
          <a:xfrm>
            <a:off x="2539203" y="2727505"/>
            <a:ext cx="54576" cy="5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0" b="0" i="0" u="none" strike="noStrike" cap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9" name="Google Shape;149;p59">
            <a:extLst>
              <a:ext uri="{FF2B5EF4-FFF2-40B4-BE49-F238E27FC236}">
                <a16:creationId xmlns:a16="http://schemas.microsoft.com/office/drawing/2014/main" id="{473A47B5-5F4B-5628-062B-973118A2D28C}"/>
              </a:ext>
            </a:extLst>
          </p:cNvPr>
          <p:cNvGraphicFramePr/>
          <p:nvPr/>
        </p:nvGraphicFramePr>
        <p:xfrm>
          <a:off x="1265398" y="3890230"/>
          <a:ext cx="3816075" cy="1999600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47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100">
                <a:tc>
                  <a:txBody>
                    <a:bodyPr/>
                    <a:lstStyle/>
                    <a:p>
                      <a:pPr marL="5333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Tid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4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584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Attrib1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Attrib2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Attrib3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sz="130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50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0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34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4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40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40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40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40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57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0" name="Google Shape;150;p59">
            <a:extLst>
              <a:ext uri="{FF2B5EF4-FFF2-40B4-BE49-F238E27FC236}">
                <a16:creationId xmlns:a16="http://schemas.microsoft.com/office/drawing/2014/main" id="{28B4CF9A-4265-21F8-8BB6-7D09C809A7A4}"/>
              </a:ext>
            </a:extLst>
          </p:cNvPr>
          <p:cNvSpPr txBox="1"/>
          <p:nvPr/>
        </p:nvSpPr>
        <p:spPr>
          <a:xfrm>
            <a:off x="2539493" y="5873061"/>
            <a:ext cx="54576" cy="5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0" b="0" i="0" u="none" strike="noStrike" cap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1" name="Google Shape;151;p59">
            <a:extLst>
              <a:ext uri="{FF2B5EF4-FFF2-40B4-BE49-F238E27FC236}">
                <a16:creationId xmlns:a16="http://schemas.microsoft.com/office/drawing/2014/main" id="{2C4A09C4-8C6B-A9D2-D2DE-98BB76CD30D5}"/>
              </a:ext>
            </a:extLst>
          </p:cNvPr>
          <p:cNvGraphicFramePr/>
          <p:nvPr/>
        </p:nvGraphicFramePr>
        <p:xfrm>
          <a:off x="1264442" y="564532"/>
          <a:ext cx="3817025" cy="366677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47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800">
                <a:tc>
                  <a:txBody>
                    <a:bodyPr/>
                    <a:lstStyle/>
                    <a:p>
                      <a:pPr marL="5333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i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Tid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14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Attrib1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57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Attrib2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57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Attrib3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57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7575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125K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1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34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5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8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5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8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80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5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5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63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8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5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2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90K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31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30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535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152" name="Google Shape;152;p59">
            <a:extLst>
              <a:ext uri="{FF2B5EF4-FFF2-40B4-BE49-F238E27FC236}">
                <a16:creationId xmlns:a16="http://schemas.microsoft.com/office/drawing/2014/main" id="{47175222-420A-3762-E1A6-682345B00E67}"/>
              </a:ext>
            </a:extLst>
          </p:cNvPr>
          <p:cNvCxnSpPr/>
          <p:nvPr/>
        </p:nvCxnSpPr>
        <p:spPr>
          <a:xfrm rot="10800000" flipH="1">
            <a:off x="5300225" y="1695278"/>
            <a:ext cx="1204500" cy="595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3" name="Google Shape;153;p59">
            <a:extLst>
              <a:ext uri="{FF2B5EF4-FFF2-40B4-BE49-F238E27FC236}">
                <a16:creationId xmlns:a16="http://schemas.microsoft.com/office/drawing/2014/main" id="{F4E618F0-66D6-AE54-DB66-8584E3499736}"/>
              </a:ext>
            </a:extLst>
          </p:cNvPr>
          <p:cNvCxnSpPr/>
          <p:nvPr/>
        </p:nvCxnSpPr>
        <p:spPr>
          <a:xfrm>
            <a:off x="5300225" y="4617322"/>
            <a:ext cx="1296600" cy="545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F9A8E4-DA72-AD94-29FF-0E6B7FADA3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47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0"/>
          <p:cNvSpPr txBox="1">
            <a:spLocks noGrp="1"/>
          </p:cNvSpPr>
          <p:nvPr>
            <p:ph type="title"/>
          </p:nvPr>
        </p:nvSpPr>
        <p:spPr>
          <a:xfrm>
            <a:off x="804672" y="196685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Illustrating Classification Task</a:t>
            </a:r>
            <a:endParaRPr/>
          </a:p>
        </p:txBody>
      </p:sp>
      <p:sp>
        <p:nvSpPr>
          <p:cNvPr id="159" name="Google Shape;159;p60"/>
          <p:cNvSpPr/>
          <p:nvPr/>
        </p:nvSpPr>
        <p:spPr>
          <a:xfrm>
            <a:off x="8680258" y="3298414"/>
            <a:ext cx="838834" cy="546735"/>
          </a:xfrm>
          <a:custGeom>
            <a:avLst/>
            <a:gdLst/>
            <a:ahLst/>
            <a:cxnLst/>
            <a:rect l="l" t="t" r="r" b="b"/>
            <a:pathLst>
              <a:path w="838834" h="546735" extrusionOk="0">
                <a:moveTo>
                  <a:pt x="745207" y="546213"/>
                </a:moveTo>
                <a:lnTo>
                  <a:pt x="781466" y="539064"/>
                </a:lnTo>
                <a:lnTo>
                  <a:pt x="811075" y="519560"/>
                </a:lnTo>
                <a:lnTo>
                  <a:pt x="831038" y="490614"/>
                </a:lnTo>
                <a:lnTo>
                  <a:pt x="838358" y="455143"/>
                </a:lnTo>
                <a:lnTo>
                  <a:pt x="838358" y="91070"/>
                </a:lnTo>
                <a:lnTo>
                  <a:pt x="831038" y="55599"/>
                </a:lnTo>
                <a:lnTo>
                  <a:pt x="811075" y="26653"/>
                </a:lnTo>
                <a:lnTo>
                  <a:pt x="781466" y="7149"/>
                </a:lnTo>
                <a:lnTo>
                  <a:pt x="745207" y="0"/>
                </a:lnTo>
                <a:lnTo>
                  <a:pt x="93150" y="0"/>
                </a:lnTo>
                <a:lnTo>
                  <a:pt x="56891" y="7149"/>
                </a:lnTo>
                <a:lnTo>
                  <a:pt x="27282" y="26653"/>
                </a:lnTo>
                <a:lnTo>
                  <a:pt x="7319" y="55599"/>
                </a:lnTo>
                <a:lnTo>
                  <a:pt x="0" y="91070"/>
                </a:lnTo>
                <a:lnTo>
                  <a:pt x="0" y="455143"/>
                </a:lnTo>
                <a:lnTo>
                  <a:pt x="7319" y="490614"/>
                </a:lnTo>
                <a:lnTo>
                  <a:pt x="27282" y="519560"/>
                </a:lnTo>
                <a:lnTo>
                  <a:pt x="56891" y="539064"/>
                </a:lnTo>
                <a:lnTo>
                  <a:pt x="93150" y="546213"/>
                </a:lnTo>
                <a:lnTo>
                  <a:pt x="745207" y="546213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0"/>
          <p:cNvSpPr/>
          <p:nvPr/>
        </p:nvSpPr>
        <p:spPr>
          <a:xfrm>
            <a:off x="8587104" y="3389484"/>
            <a:ext cx="838834" cy="546735"/>
          </a:xfrm>
          <a:custGeom>
            <a:avLst/>
            <a:gdLst/>
            <a:ahLst/>
            <a:cxnLst/>
            <a:rect l="l" t="t" r="r" b="b"/>
            <a:pathLst>
              <a:path w="838834" h="546735" extrusionOk="0">
                <a:moveTo>
                  <a:pt x="745210" y="0"/>
                </a:moveTo>
                <a:lnTo>
                  <a:pt x="93154" y="0"/>
                </a:lnTo>
                <a:lnTo>
                  <a:pt x="56894" y="7147"/>
                </a:lnTo>
                <a:lnTo>
                  <a:pt x="27284" y="26639"/>
                </a:lnTo>
                <a:lnTo>
                  <a:pt x="7320" y="55555"/>
                </a:lnTo>
                <a:lnTo>
                  <a:pt x="0" y="90970"/>
                </a:lnTo>
                <a:lnTo>
                  <a:pt x="0" y="455142"/>
                </a:lnTo>
                <a:lnTo>
                  <a:pt x="7320" y="490568"/>
                </a:lnTo>
                <a:lnTo>
                  <a:pt x="27284" y="519518"/>
                </a:lnTo>
                <a:lnTo>
                  <a:pt x="56894" y="539049"/>
                </a:lnTo>
                <a:lnTo>
                  <a:pt x="93154" y="546214"/>
                </a:lnTo>
                <a:lnTo>
                  <a:pt x="745210" y="546214"/>
                </a:lnTo>
                <a:lnTo>
                  <a:pt x="781470" y="539049"/>
                </a:lnTo>
                <a:lnTo>
                  <a:pt x="811080" y="519518"/>
                </a:lnTo>
                <a:lnTo>
                  <a:pt x="831044" y="490568"/>
                </a:lnTo>
                <a:lnTo>
                  <a:pt x="838365" y="455142"/>
                </a:lnTo>
                <a:lnTo>
                  <a:pt x="838365" y="90970"/>
                </a:lnTo>
                <a:lnTo>
                  <a:pt x="831044" y="55555"/>
                </a:lnTo>
                <a:lnTo>
                  <a:pt x="811080" y="26639"/>
                </a:lnTo>
                <a:lnTo>
                  <a:pt x="781470" y="7147"/>
                </a:lnTo>
                <a:lnTo>
                  <a:pt x="7452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0"/>
          <p:cNvSpPr/>
          <p:nvPr/>
        </p:nvSpPr>
        <p:spPr>
          <a:xfrm>
            <a:off x="8587107" y="3389485"/>
            <a:ext cx="838834" cy="546735"/>
          </a:xfrm>
          <a:custGeom>
            <a:avLst/>
            <a:gdLst/>
            <a:ahLst/>
            <a:cxnLst/>
            <a:rect l="l" t="t" r="r" b="b"/>
            <a:pathLst>
              <a:path w="838834" h="546735" extrusionOk="0">
                <a:moveTo>
                  <a:pt x="745207" y="546213"/>
                </a:moveTo>
                <a:lnTo>
                  <a:pt x="781466" y="539049"/>
                </a:lnTo>
                <a:lnTo>
                  <a:pt x="811075" y="519520"/>
                </a:lnTo>
                <a:lnTo>
                  <a:pt x="831038" y="490570"/>
                </a:lnTo>
                <a:lnTo>
                  <a:pt x="838358" y="455143"/>
                </a:lnTo>
                <a:lnTo>
                  <a:pt x="838358" y="90965"/>
                </a:lnTo>
                <a:lnTo>
                  <a:pt x="831038" y="55554"/>
                </a:lnTo>
                <a:lnTo>
                  <a:pt x="811075" y="26640"/>
                </a:lnTo>
                <a:lnTo>
                  <a:pt x="781466" y="7147"/>
                </a:lnTo>
                <a:lnTo>
                  <a:pt x="745207" y="0"/>
                </a:lnTo>
                <a:lnTo>
                  <a:pt x="93150" y="0"/>
                </a:lnTo>
                <a:lnTo>
                  <a:pt x="56891" y="7147"/>
                </a:lnTo>
                <a:lnTo>
                  <a:pt x="27282" y="26640"/>
                </a:lnTo>
                <a:lnTo>
                  <a:pt x="7319" y="55554"/>
                </a:lnTo>
                <a:lnTo>
                  <a:pt x="0" y="90965"/>
                </a:lnTo>
                <a:lnTo>
                  <a:pt x="0" y="455143"/>
                </a:lnTo>
                <a:lnTo>
                  <a:pt x="7319" y="490570"/>
                </a:lnTo>
                <a:lnTo>
                  <a:pt x="27282" y="519520"/>
                </a:lnTo>
                <a:lnTo>
                  <a:pt x="56891" y="539049"/>
                </a:lnTo>
                <a:lnTo>
                  <a:pt x="93150" y="546213"/>
                </a:lnTo>
                <a:lnTo>
                  <a:pt x="745207" y="546213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0"/>
          <p:cNvSpPr/>
          <p:nvPr/>
        </p:nvSpPr>
        <p:spPr>
          <a:xfrm>
            <a:off x="6665379" y="4496093"/>
            <a:ext cx="1118870" cy="698500"/>
          </a:xfrm>
          <a:custGeom>
            <a:avLst/>
            <a:gdLst/>
            <a:ahLst/>
            <a:cxnLst/>
            <a:rect l="l" t="t" r="r" b="b"/>
            <a:pathLst>
              <a:path w="1118870" h="698500" extrusionOk="0">
                <a:moveTo>
                  <a:pt x="0" y="697979"/>
                </a:moveTo>
                <a:lnTo>
                  <a:pt x="1118476" y="697979"/>
                </a:lnTo>
                <a:lnTo>
                  <a:pt x="1118476" y="0"/>
                </a:lnTo>
                <a:lnTo>
                  <a:pt x="0" y="0"/>
                </a:lnTo>
                <a:lnTo>
                  <a:pt x="0" y="69797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0"/>
          <p:cNvSpPr/>
          <p:nvPr/>
        </p:nvSpPr>
        <p:spPr>
          <a:xfrm>
            <a:off x="6665384" y="4496095"/>
            <a:ext cx="1118870" cy="87629"/>
          </a:xfrm>
          <a:custGeom>
            <a:avLst/>
            <a:gdLst/>
            <a:ahLst/>
            <a:cxnLst/>
            <a:rect l="l" t="t" r="r" b="b"/>
            <a:pathLst>
              <a:path w="1118870" h="87629" extrusionOk="0">
                <a:moveTo>
                  <a:pt x="1118476" y="0"/>
                </a:moveTo>
                <a:lnTo>
                  <a:pt x="0" y="0"/>
                </a:lnTo>
                <a:lnTo>
                  <a:pt x="95542" y="87198"/>
                </a:lnTo>
                <a:lnTo>
                  <a:pt x="1022946" y="87198"/>
                </a:lnTo>
                <a:lnTo>
                  <a:pt x="1118476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0"/>
          <p:cNvSpPr/>
          <p:nvPr/>
        </p:nvSpPr>
        <p:spPr>
          <a:xfrm>
            <a:off x="6665385" y="4496094"/>
            <a:ext cx="95885" cy="698500"/>
          </a:xfrm>
          <a:custGeom>
            <a:avLst/>
            <a:gdLst/>
            <a:ahLst/>
            <a:cxnLst/>
            <a:rect l="l" t="t" r="r" b="b"/>
            <a:pathLst>
              <a:path w="95885" h="698500" extrusionOk="0">
                <a:moveTo>
                  <a:pt x="0" y="0"/>
                </a:moveTo>
                <a:lnTo>
                  <a:pt x="0" y="697979"/>
                </a:lnTo>
                <a:lnTo>
                  <a:pt x="95542" y="610793"/>
                </a:lnTo>
                <a:lnTo>
                  <a:pt x="95542" y="87198"/>
                </a:lnTo>
                <a:lnTo>
                  <a:pt x="0" y="0"/>
                </a:lnTo>
                <a:close/>
              </a:path>
            </a:pathLst>
          </a:custGeom>
          <a:solidFill>
            <a:srgbClr val="DADA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0"/>
          <p:cNvSpPr/>
          <p:nvPr/>
        </p:nvSpPr>
        <p:spPr>
          <a:xfrm>
            <a:off x="6665384" y="5106886"/>
            <a:ext cx="1118870" cy="87629"/>
          </a:xfrm>
          <a:custGeom>
            <a:avLst/>
            <a:gdLst/>
            <a:ahLst/>
            <a:cxnLst/>
            <a:rect l="l" t="t" r="r" b="b"/>
            <a:pathLst>
              <a:path w="1118870" h="87629" extrusionOk="0">
                <a:moveTo>
                  <a:pt x="1022946" y="0"/>
                </a:moveTo>
                <a:lnTo>
                  <a:pt x="95542" y="0"/>
                </a:lnTo>
                <a:lnTo>
                  <a:pt x="0" y="87185"/>
                </a:lnTo>
                <a:lnTo>
                  <a:pt x="1118476" y="87185"/>
                </a:lnTo>
                <a:lnTo>
                  <a:pt x="1022946" y="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0"/>
          <p:cNvSpPr/>
          <p:nvPr/>
        </p:nvSpPr>
        <p:spPr>
          <a:xfrm>
            <a:off x="7688330" y="4496091"/>
            <a:ext cx="95885" cy="698500"/>
          </a:xfrm>
          <a:custGeom>
            <a:avLst/>
            <a:gdLst/>
            <a:ahLst/>
            <a:cxnLst/>
            <a:rect l="l" t="t" r="r" b="b"/>
            <a:pathLst>
              <a:path w="95885" h="698500" extrusionOk="0">
                <a:moveTo>
                  <a:pt x="95529" y="0"/>
                </a:moveTo>
                <a:lnTo>
                  <a:pt x="0" y="87198"/>
                </a:lnTo>
                <a:lnTo>
                  <a:pt x="0" y="610793"/>
                </a:lnTo>
                <a:lnTo>
                  <a:pt x="95529" y="697979"/>
                </a:lnTo>
                <a:lnTo>
                  <a:pt x="95529" y="0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0"/>
          <p:cNvSpPr/>
          <p:nvPr/>
        </p:nvSpPr>
        <p:spPr>
          <a:xfrm>
            <a:off x="5393124" y="2354336"/>
            <a:ext cx="1132839" cy="582294"/>
          </a:xfrm>
          <a:custGeom>
            <a:avLst/>
            <a:gdLst/>
            <a:ahLst/>
            <a:cxnLst/>
            <a:rect l="l" t="t" r="r" b="b"/>
            <a:pathLst>
              <a:path w="1132839" h="582294" extrusionOk="0">
                <a:moveTo>
                  <a:pt x="29552" y="0"/>
                </a:moveTo>
                <a:lnTo>
                  <a:pt x="0" y="62915"/>
                </a:lnTo>
                <a:lnTo>
                  <a:pt x="1023302" y="521207"/>
                </a:lnTo>
                <a:lnTo>
                  <a:pt x="994689" y="582231"/>
                </a:lnTo>
                <a:lnTo>
                  <a:pt x="1132586" y="532193"/>
                </a:lnTo>
                <a:lnTo>
                  <a:pt x="1104521" y="458393"/>
                </a:lnTo>
                <a:lnTo>
                  <a:pt x="1052741" y="458393"/>
                </a:lnTo>
                <a:lnTo>
                  <a:pt x="29552" y="0"/>
                </a:lnTo>
                <a:close/>
              </a:path>
              <a:path w="1132839" h="582294" extrusionOk="0">
                <a:moveTo>
                  <a:pt x="1081354" y="397471"/>
                </a:moveTo>
                <a:lnTo>
                  <a:pt x="1052741" y="458393"/>
                </a:lnTo>
                <a:lnTo>
                  <a:pt x="1104521" y="458393"/>
                </a:lnTo>
                <a:lnTo>
                  <a:pt x="1081354" y="39747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0"/>
          <p:cNvSpPr/>
          <p:nvPr/>
        </p:nvSpPr>
        <p:spPr>
          <a:xfrm>
            <a:off x="5393125" y="2354342"/>
            <a:ext cx="1132839" cy="582294"/>
          </a:xfrm>
          <a:custGeom>
            <a:avLst/>
            <a:gdLst/>
            <a:ahLst/>
            <a:cxnLst/>
            <a:rect l="l" t="t" r="r" b="b"/>
            <a:pathLst>
              <a:path w="1132839" h="582294" extrusionOk="0">
                <a:moveTo>
                  <a:pt x="1132585" y="532186"/>
                </a:moveTo>
                <a:lnTo>
                  <a:pt x="1081347" y="397465"/>
                </a:lnTo>
                <a:lnTo>
                  <a:pt x="1052741" y="458388"/>
                </a:lnTo>
                <a:lnTo>
                  <a:pt x="29548" y="0"/>
                </a:lnTo>
                <a:lnTo>
                  <a:pt x="0" y="62911"/>
                </a:lnTo>
                <a:lnTo>
                  <a:pt x="1023297" y="521195"/>
                </a:lnTo>
                <a:lnTo>
                  <a:pt x="994692" y="582223"/>
                </a:lnTo>
                <a:lnTo>
                  <a:pt x="1132585" y="532186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0"/>
          <p:cNvSpPr txBox="1"/>
          <p:nvPr/>
        </p:nvSpPr>
        <p:spPr>
          <a:xfrm>
            <a:off x="5860682" y="4556232"/>
            <a:ext cx="1923300" cy="12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Autofit/>
          </a:bodyPr>
          <a:lstStyle/>
          <a:p>
            <a:pPr marL="1091565" marR="253365" lvl="0" indent="-15238" algn="l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 Model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Deduction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0"/>
          <p:cNvSpPr/>
          <p:nvPr/>
        </p:nvSpPr>
        <p:spPr>
          <a:xfrm>
            <a:off x="6665379" y="2749943"/>
            <a:ext cx="1118870" cy="697864"/>
          </a:xfrm>
          <a:custGeom>
            <a:avLst/>
            <a:gdLst/>
            <a:ahLst/>
            <a:cxnLst/>
            <a:rect l="l" t="t" r="r" b="b"/>
            <a:pathLst>
              <a:path w="1118870" h="697864" extrusionOk="0">
                <a:moveTo>
                  <a:pt x="0" y="697471"/>
                </a:moveTo>
                <a:lnTo>
                  <a:pt x="1118476" y="697471"/>
                </a:lnTo>
                <a:lnTo>
                  <a:pt x="1118476" y="0"/>
                </a:lnTo>
                <a:lnTo>
                  <a:pt x="0" y="0"/>
                </a:lnTo>
                <a:lnTo>
                  <a:pt x="0" y="697471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0"/>
          <p:cNvSpPr/>
          <p:nvPr/>
        </p:nvSpPr>
        <p:spPr>
          <a:xfrm>
            <a:off x="6672176" y="2749943"/>
            <a:ext cx="1104900" cy="87630"/>
          </a:xfrm>
          <a:custGeom>
            <a:avLst/>
            <a:gdLst/>
            <a:ahLst/>
            <a:cxnLst/>
            <a:rect l="l" t="t" r="r" b="b"/>
            <a:pathLst>
              <a:path w="1104900" h="87630" extrusionOk="0">
                <a:moveTo>
                  <a:pt x="1104893" y="0"/>
                </a:moveTo>
                <a:lnTo>
                  <a:pt x="0" y="0"/>
                </a:lnTo>
                <a:lnTo>
                  <a:pt x="88750" y="87122"/>
                </a:lnTo>
                <a:lnTo>
                  <a:pt x="1016154" y="87122"/>
                </a:lnTo>
                <a:lnTo>
                  <a:pt x="1104893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0"/>
          <p:cNvSpPr/>
          <p:nvPr/>
        </p:nvSpPr>
        <p:spPr>
          <a:xfrm>
            <a:off x="6665385" y="2749943"/>
            <a:ext cx="95885" cy="697864"/>
          </a:xfrm>
          <a:custGeom>
            <a:avLst/>
            <a:gdLst/>
            <a:ahLst/>
            <a:cxnLst/>
            <a:rect l="l" t="t" r="r" b="b"/>
            <a:pathLst>
              <a:path w="95885" h="697864" extrusionOk="0">
                <a:moveTo>
                  <a:pt x="6791" y="0"/>
                </a:moveTo>
                <a:lnTo>
                  <a:pt x="0" y="0"/>
                </a:lnTo>
                <a:lnTo>
                  <a:pt x="0" y="697471"/>
                </a:lnTo>
                <a:lnTo>
                  <a:pt x="95542" y="610120"/>
                </a:lnTo>
                <a:lnTo>
                  <a:pt x="95542" y="87122"/>
                </a:lnTo>
                <a:lnTo>
                  <a:pt x="6791" y="0"/>
                </a:lnTo>
                <a:close/>
              </a:path>
            </a:pathLst>
          </a:custGeom>
          <a:solidFill>
            <a:srgbClr val="DADA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0"/>
          <p:cNvSpPr/>
          <p:nvPr/>
        </p:nvSpPr>
        <p:spPr>
          <a:xfrm>
            <a:off x="6665384" y="3360065"/>
            <a:ext cx="1118870" cy="87629"/>
          </a:xfrm>
          <a:custGeom>
            <a:avLst/>
            <a:gdLst/>
            <a:ahLst/>
            <a:cxnLst/>
            <a:rect l="l" t="t" r="r" b="b"/>
            <a:pathLst>
              <a:path w="1118870" h="87629" extrusionOk="0">
                <a:moveTo>
                  <a:pt x="1022946" y="0"/>
                </a:moveTo>
                <a:lnTo>
                  <a:pt x="95542" y="0"/>
                </a:lnTo>
                <a:lnTo>
                  <a:pt x="0" y="87350"/>
                </a:lnTo>
                <a:lnTo>
                  <a:pt x="1118476" y="87350"/>
                </a:lnTo>
                <a:lnTo>
                  <a:pt x="1022946" y="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0"/>
          <p:cNvSpPr/>
          <p:nvPr/>
        </p:nvSpPr>
        <p:spPr>
          <a:xfrm>
            <a:off x="7688330" y="2749943"/>
            <a:ext cx="95885" cy="697864"/>
          </a:xfrm>
          <a:custGeom>
            <a:avLst/>
            <a:gdLst/>
            <a:ahLst/>
            <a:cxnLst/>
            <a:rect l="l" t="t" r="r" b="b"/>
            <a:pathLst>
              <a:path w="95885" h="697864" extrusionOk="0">
                <a:moveTo>
                  <a:pt x="95529" y="0"/>
                </a:moveTo>
                <a:lnTo>
                  <a:pt x="88738" y="0"/>
                </a:lnTo>
                <a:lnTo>
                  <a:pt x="0" y="87122"/>
                </a:lnTo>
                <a:lnTo>
                  <a:pt x="0" y="610120"/>
                </a:lnTo>
                <a:lnTo>
                  <a:pt x="95529" y="697471"/>
                </a:lnTo>
                <a:lnTo>
                  <a:pt x="95529" y="0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0"/>
          <p:cNvSpPr/>
          <p:nvPr/>
        </p:nvSpPr>
        <p:spPr>
          <a:xfrm>
            <a:off x="7860627" y="3265258"/>
            <a:ext cx="574675" cy="349885"/>
          </a:xfrm>
          <a:custGeom>
            <a:avLst/>
            <a:gdLst/>
            <a:ahLst/>
            <a:cxnLst/>
            <a:rect l="l" t="t" r="r" b="b"/>
            <a:pathLst>
              <a:path w="574675" h="349885" extrusionOk="0">
                <a:moveTo>
                  <a:pt x="31546" y="0"/>
                </a:moveTo>
                <a:lnTo>
                  <a:pt x="0" y="61760"/>
                </a:lnTo>
                <a:lnTo>
                  <a:pt x="465861" y="289432"/>
                </a:lnTo>
                <a:lnTo>
                  <a:pt x="435165" y="349415"/>
                </a:lnTo>
                <a:lnTo>
                  <a:pt x="574624" y="303987"/>
                </a:lnTo>
                <a:lnTo>
                  <a:pt x="548633" y="227672"/>
                </a:lnTo>
                <a:lnTo>
                  <a:pt x="497509" y="227672"/>
                </a:lnTo>
                <a:lnTo>
                  <a:pt x="31546" y="0"/>
                </a:lnTo>
                <a:close/>
              </a:path>
              <a:path w="574675" h="349885" extrusionOk="0">
                <a:moveTo>
                  <a:pt x="528205" y="167690"/>
                </a:moveTo>
                <a:lnTo>
                  <a:pt x="497509" y="227672"/>
                </a:lnTo>
                <a:lnTo>
                  <a:pt x="548633" y="227672"/>
                </a:lnTo>
                <a:lnTo>
                  <a:pt x="528205" y="167690"/>
                </a:lnTo>
                <a:close/>
              </a:path>
            </a:pathLst>
          </a:custGeom>
          <a:solidFill>
            <a:srgbClr val="8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0"/>
          <p:cNvSpPr/>
          <p:nvPr/>
        </p:nvSpPr>
        <p:spPr>
          <a:xfrm>
            <a:off x="7860629" y="3265258"/>
            <a:ext cx="574675" cy="349885"/>
          </a:xfrm>
          <a:custGeom>
            <a:avLst/>
            <a:gdLst/>
            <a:ahLst/>
            <a:cxnLst/>
            <a:rect l="l" t="t" r="r" b="b"/>
            <a:pathLst>
              <a:path w="574675" h="349885" extrusionOk="0">
                <a:moveTo>
                  <a:pt x="574622" y="303987"/>
                </a:moveTo>
                <a:lnTo>
                  <a:pt x="528204" y="167695"/>
                </a:lnTo>
                <a:lnTo>
                  <a:pt x="497503" y="227676"/>
                </a:lnTo>
                <a:lnTo>
                  <a:pt x="31539" y="0"/>
                </a:lnTo>
                <a:lnTo>
                  <a:pt x="0" y="61760"/>
                </a:lnTo>
                <a:lnTo>
                  <a:pt x="465859" y="289436"/>
                </a:lnTo>
                <a:lnTo>
                  <a:pt x="435158" y="349417"/>
                </a:lnTo>
                <a:lnTo>
                  <a:pt x="574622" y="303987"/>
                </a:ln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0"/>
          <p:cNvSpPr/>
          <p:nvPr/>
        </p:nvSpPr>
        <p:spPr>
          <a:xfrm>
            <a:off x="7876346" y="4260850"/>
            <a:ext cx="834696" cy="448779"/>
          </a:xfrm>
          <a:custGeom>
            <a:avLst/>
            <a:gdLst/>
            <a:ahLst/>
            <a:cxnLst/>
            <a:rect l="l" t="t" r="r" b="b"/>
            <a:pathLst>
              <a:path w="575309" h="349885" extrusionOk="0">
                <a:moveTo>
                  <a:pt x="46520" y="167589"/>
                </a:moveTo>
                <a:lnTo>
                  <a:pt x="0" y="303987"/>
                </a:lnTo>
                <a:lnTo>
                  <a:pt x="139573" y="349415"/>
                </a:lnTo>
                <a:lnTo>
                  <a:pt x="108864" y="289433"/>
                </a:lnTo>
                <a:lnTo>
                  <a:pt x="235237" y="227672"/>
                </a:lnTo>
                <a:lnTo>
                  <a:pt x="77228" y="227672"/>
                </a:lnTo>
                <a:lnTo>
                  <a:pt x="46520" y="167589"/>
                </a:lnTo>
                <a:close/>
              </a:path>
              <a:path w="575309" h="349885" extrusionOk="0">
                <a:moveTo>
                  <a:pt x="543191" y="0"/>
                </a:moveTo>
                <a:lnTo>
                  <a:pt x="77228" y="227672"/>
                </a:lnTo>
                <a:lnTo>
                  <a:pt x="235237" y="227672"/>
                </a:lnTo>
                <a:lnTo>
                  <a:pt x="574725" y="61760"/>
                </a:lnTo>
                <a:lnTo>
                  <a:pt x="54319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0"/>
          <p:cNvSpPr/>
          <p:nvPr/>
        </p:nvSpPr>
        <p:spPr>
          <a:xfrm>
            <a:off x="7876346" y="4260850"/>
            <a:ext cx="834696" cy="448779"/>
          </a:xfrm>
          <a:custGeom>
            <a:avLst/>
            <a:gdLst/>
            <a:ahLst/>
            <a:cxnLst/>
            <a:rect l="l" t="t" r="r" b="b"/>
            <a:pathLst>
              <a:path w="575309" h="349885" extrusionOk="0">
                <a:moveTo>
                  <a:pt x="0" y="303987"/>
                </a:moveTo>
                <a:lnTo>
                  <a:pt x="139569" y="349417"/>
                </a:lnTo>
                <a:lnTo>
                  <a:pt x="108868" y="289436"/>
                </a:lnTo>
                <a:lnTo>
                  <a:pt x="574727" y="61760"/>
                </a:lnTo>
                <a:lnTo>
                  <a:pt x="543188" y="0"/>
                </a:lnTo>
                <a:lnTo>
                  <a:pt x="77224" y="227676"/>
                </a:lnTo>
                <a:lnTo>
                  <a:pt x="46523" y="167590"/>
                </a:lnTo>
                <a:lnTo>
                  <a:pt x="0" y="303987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0"/>
          <p:cNvSpPr/>
          <p:nvPr/>
        </p:nvSpPr>
        <p:spPr>
          <a:xfrm rot="673034">
            <a:off x="5395626" y="4814511"/>
            <a:ext cx="1131570" cy="542289"/>
          </a:xfrm>
          <a:custGeom>
            <a:avLst/>
            <a:gdLst/>
            <a:ahLst/>
            <a:cxnLst/>
            <a:rect l="l" t="t" r="r" b="b"/>
            <a:pathLst>
              <a:path w="1131570" h="542289" extrusionOk="0">
                <a:moveTo>
                  <a:pt x="55956" y="354126"/>
                </a:moveTo>
                <a:lnTo>
                  <a:pt x="0" y="487070"/>
                </a:lnTo>
                <a:lnTo>
                  <a:pt x="136004" y="541820"/>
                </a:lnTo>
                <a:lnTo>
                  <a:pt x="109601" y="479844"/>
                </a:lnTo>
                <a:lnTo>
                  <a:pt x="266136" y="416102"/>
                </a:lnTo>
                <a:lnTo>
                  <a:pt x="82359" y="416102"/>
                </a:lnTo>
                <a:lnTo>
                  <a:pt x="55956" y="354126"/>
                </a:lnTo>
                <a:close/>
              </a:path>
              <a:path w="1131570" h="542289" extrusionOk="0">
                <a:moveTo>
                  <a:pt x="1104188" y="0"/>
                </a:moveTo>
                <a:lnTo>
                  <a:pt x="82359" y="416102"/>
                </a:lnTo>
                <a:lnTo>
                  <a:pt x="266136" y="416102"/>
                </a:lnTo>
                <a:lnTo>
                  <a:pt x="1131430" y="63754"/>
                </a:lnTo>
                <a:lnTo>
                  <a:pt x="11041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0"/>
          <p:cNvSpPr/>
          <p:nvPr/>
        </p:nvSpPr>
        <p:spPr>
          <a:xfrm rot="673034">
            <a:off x="5395626" y="4814511"/>
            <a:ext cx="1131570" cy="542289"/>
          </a:xfrm>
          <a:custGeom>
            <a:avLst/>
            <a:gdLst/>
            <a:ahLst/>
            <a:cxnLst/>
            <a:rect l="l" t="t" r="r" b="b"/>
            <a:pathLst>
              <a:path w="1131570" h="542289" extrusionOk="0">
                <a:moveTo>
                  <a:pt x="0" y="487070"/>
                </a:moveTo>
                <a:lnTo>
                  <a:pt x="136006" y="541817"/>
                </a:lnTo>
                <a:lnTo>
                  <a:pt x="109601" y="479847"/>
                </a:lnTo>
                <a:lnTo>
                  <a:pt x="1131432" y="63749"/>
                </a:lnTo>
                <a:lnTo>
                  <a:pt x="1104189" y="0"/>
                </a:lnTo>
                <a:lnTo>
                  <a:pt x="82358" y="416098"/>
                </a:lnTo>
                <a:lnTo>
                  <a:pt x="55953" y="354128"/>
                </a:lnTo>
                <a:lnTo>
                  <a:pt x="0" y="48707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0"/>
          <p:cNvSpPr/>
          <p:nvPr/>
        </p:nvSpPr>
        <p:spPr>
          <a:xfrm>
            <a:off x="8493954" y="3480450"/>
            <a:ext cx="838834" cy="546735"/>
          </a:xfrm>
          <a:custGeom>
            <a:avLst/>
            <a:gdLst/>
            <a:ahLst/>
            <a:cxnLst/>
            <a:rect l="l" t="t" r="r" b="b"/>
            <a:pathLst>
              <a:path w="838834" h="546735" extrusionOk="0">
                <a:moveTo>
                  <a:pt x="745210" y="0"/>
                </a:moveTo>
                <a:lnTo>
                  <a:pt x="93154" y="0"/>
                </a:lnTo>
                <a:lnTo>
                  <a:pt x="56894" y="7164"/>
                </a:lnTo>
                <a:lnTo>
                  <a:pt x="27284" y="26695"/>
                </a:lnTo>
                <a:lnTo>
                  <a:pt x="7320" y="55646"/>
                </a:lnTo>
                <a:lnTo>
                  <a:pt x="0" y="91071"/>
                </a:lnTo>
                <a:lnTo>
                  <a:pt x="0" y="455244"/>
                </a:lnTo>
                <a:lnTo>
                  <a:pt x="7320" y="490659"/>
                </a:lnTo>
                <a:lnTo>
                  <a:pt x="27284" y="519574"/>
                </a:lnTo>
                <a:lnTo>
                  <a:pt x="56894" y="539067"/>
                </a:lnTo>
                <a:lnTo>
                  <a:pt x="93154" y="546214"/>
                </a:lnTo>
                <a:lnTo>
                  <a:pt x="745210" y="546214"/>
                </a:lnTo>
                <a:lnTo>
                  <a:pt x="781470" y="539067"/>
                </a:lnTo>
                <a:lnTo>
                  <a:pt x="811080" y="519574"/>
                </a:lnTo>
                <a:lnTo>
                  <a:pt x="831044" y="490659"/>
                </a:lnTo>
                <a:lnTo>
                  <a:pt x="838365" y="455244"/>
                </a:lnTo>
                <a:lnTo>
                  <a:pt x="838365" y="91071"/>
                </a:lnTo>
                <a:lnTo>
                  <a:pt x="831044" y="55646"/>
                </a:lnTo>
                <a:lnTo>
                  <a:pt x="811080" y="26695"/>
                </a:lnTo>
                <a:lnTo>
                  <a:pt x="781470" y="7164"/>
                </a:lnTo>
                <a:lnTo>
                  <a:pt x="7452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0"/>
          <p:cNvSpPr/>
          <p:nvPr/>
        </p:nvSpPr>
        <p:spPr>
          <a:xfrm>
            <a:off x="8493956" y="3480450"/>
            <a:ext cx="838834" cy="546735"/>
          </a:xfrm>
          <a:custGeom>
            <a:avLst/>
            <a:gdLst/>
            <a:ahLst/>
            <a:cxnLst/>
            <a:rect l="l" t="t" r="r" b="b"/>
            <a:pathLst>
              <a:path w="838834" h="546735" extrusionOk="0">
                <a:moveTo>
                  <a:pt x="745207" y="546213"/>
                </a:moveTo>
                <a:lnTo>
                  <a:pt x="781466" y="539066"/>
                </a:lnTo>
                <a:lnTo>
                  <a:pt x="811075" y="519573"/>
                </a:lnTo>
                <a:lnTo>
                  <a:pt x="831038" y="490658"/>
                </a:lnTo>
                <a:lnTo>
                  <a:pt x="838358" y="455248"/>
                </a:lnTo>
                <a:lnTo>
                  <a:pt x="838358" y="91070"/>
                </a:lnTo>
                <a:lnTo>
                  <a:pt x="831038" y="55643"/>
                </a:lnTo>
                <a:lnTo>
                  <a:pt x="811075" y="26693"/>
                </a:lnTo>
                <a:lnTo>
                  <a:pt x="781466" y="7163"/>
                </a:lnTo>
                <a:lnTo>
                  <a:pt x="745207" y="0"/>
                </a:lnTo>
                <a:lnTo>
                  <a:pt x="93150" y="0"/>
                </a:lnTo>
                <a:lnTo>
                  <a:pt x="56891" y="7163"/>
                </a:lnTo>
                <a:lnTo>
                  <a:pt x="27282" y="26693"/>
                </a:lnTo>
                <a:lnTo>
                  <a:pt x="7319" y="55643"/>
                </a:lnTo>
                <a:lnTo>
                  <a:pt x="0" y="91070"/>
                </a:lnTo>
                <a:lnTo>
                  <a:pt x="0" y="455248"/>
                </a:lnTo>
                <a:lnTo>
                  <a:pt x="7319" y="490658"/>
                </a:lnTo>
                <a:lnTo>
                  <a:pt x="27282" y="519573"/>
                </a:lnTo>
                <a:lnTo>
                  <a:pt x="56891" y="539066"/>
                </a:lnTo>
                <a:lnTo>
                  <a:pt x="93150" y="546213"/>
                </a:lnTo>
                <a:lnTo>
                  <a:pt x="745207" y="546213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0"/>
          <p:cNvSpPr txBox="1"/>
          <p:nvPr/>
        </p:nvSpPr>
        <p:spPr>
          <a:xfrm>
            <a:off x="8668292" y="3604508"/>
            <a:ext cx="5631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4" name="Google Shape;184;p60"/>
          <p:cNvGraphicFramePr/>
          <p:nvPr/>
        </p:nvGraphicFramePr>
        <p:xfrm>
          <a:off x="2709188" y="1356182"/>
          <a:ext cx="2496800" cy="239852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30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1150">
                <a:tc>
                  <a:txBody>
                    <a:bodyPr/>
                    <a:lstStyle/>
                    <a:p>
                      <a:pPr marL="5333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i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Tid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36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Attrib1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Attrib2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Attrib3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90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125K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49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4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4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8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37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37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8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3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4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220K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4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8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37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2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5" name="Google Shape;185;p60"/>
          <p:cNvSpPr txBox="1"/>
          <p:nvPr/>
        </p:nvSpPr>
        <p:spPr>
          <a:xfrm>
            <a:off x="2682269" y="3743731"/>
            <a:ext cx="35700" cy="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0" b="0" i="0" u="none" strike="noStrike" cap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6" name="Google Shape;186;p60"/>
          <p:cNvGraphicFramePr/>
          <p:nvPr/>
        </p:nvGraphicFramePr>
        <p:xfrm>
          <a:off x="2709184" y="4453737"/>
          <a:ext cx="2496175" cy="130797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30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1350">
                <a:tc>
                  <a:txBody>
                    <a:bodyPr/>
                    <a:lstStyle/>
                    <a:p>
                      <a:pPr marL="5333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i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Tid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36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584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Attrib1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Attrib2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Attrib3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20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49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6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8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9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9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9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9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8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6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8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425"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67K</a:t>
                      </a:r>
                      <a:endParaRPr sz="8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127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1818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850" u="none" strike="noStrike" cap="none">
                        <a:solidFill>
                          <a:srgbClr val="18181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68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7" name="Google Shape;187;p60"/>
          <p:cNvSpPr txBox="1"/>
          <p:nvPr/>
        </p:nvSpPr>
        <p:spPr>
          <a:xfrm>
            <a:off x="2682269" y="5750769"/>
            <a:ext cx="35700" cy="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0" b="0" i="0" u="none" strike="noStrike" cap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0"/>
          <p:cNvSpPr txBox="1"/>
          <p:nvPr/>
        </p:nvSpPr>
        <p:spPr>
          <a:xfrm>
            <a:off x="3559171" y="5820349"/>
            <a:ext cx="796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0"/>
          <p:cNvSpPr/>
          <p:nvPr/>
        </p:nvSpPr>
        <p:spPr>
          <a:xfrm>
            <a:off x="6595605" y="1206498"/>
            <a:ext cx="1164300" cy="860844"/>
          </a:xfrm>
          <a:prstGeom prst="rect">
            <a:avLst/>
          </a:prstGeom>
          <a:solidFill>
            <a:srgbClr val="FEE38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0"/>
          <p:cNvSpPr/>
          <p:nvPr/>
        </p:nvSpPr>
        <p:spPr>
          <a:xfrm>
            <a:off x="6595600" y="1206479"/>
            <a:ext cx="1164589" cy="860928"/>
          </a:xfrm>
          <a:custGeom>
            <a:avLst/>
            <a:gdLst/>
            <a:ahLst/>
            <a:cxnLst/>
            <a:rect l="l" t="t" r="r" b="b"/>
            <a:pathLst>
              <a:path w="1164589" h="910589" extrusionOk="0">
                <a:moveTo>
                  <a:pt x="1071183" y="910391"/>
                </a:moveTo>
                <a:lnTo>
                  <a:pt x="1107442" y="903227"/>
                </a:lnTo>
                <a:lnTo>
                  <a:pt x="1137051" y="883698"/>
                </a:lnTo>
                <a:lnTo>
                  <a:pt x="1157014" y="854748"/>
                </a:lnTo>
                <a:lnTo>
                  <a:pt x="1164334" y="819320"/>
                </a:lnTo>
                <a:lnTo>
                  <a:pt x="1164334" y="91070"/>
                </a:lnTo>
                <a:lnTo>
                  <a:pt x="1157014" y="55599"/>
                </a:lnTo>
                <a:lnTo>
                  <a:pt x="1137051" y="26653"/>
                </a:lnTo>
                <a:lnTo>
                  <a:pt x="1107442" y="7149"/>
                </a:lnTo>
                <a:lnTo>
                  <a:pt x="1071183" y="0"/>
                </a:lnTo>
                <a:lnTo>
                  <a:pt x="93150" y="0"/>
                </a:lnTo>
                <a:lnTo>
                  <a:pt x="56891" y="7149"/>
                </a:lnTo>
                <a:lnTo>
                  <a:pt x="27282" y="26653"/>
                </a:lnTo>
                <a:lnTo>
                  <a:pt x="7319" y="55599"/>
                </a:lnTo>
                <a:lnTo>
                  <a:pt x="0" y="91070"/>
                </a:lnTo>
                <a:lnTo>
                  <a:pt x="0" y="819320"/>
                </a:lnTo>
                <a:lnTo>
                  <a:pt x="7319" y="854748"/>
                </a:lnTo>
                <a:lnTo>
                  <a:pt x="27282" y="883698"/>
                </a:lnTo>
                <a:lnTo>
                  <a:pt x="56891" y="903227"/>
                </a:lnTo>
                <a:lnTo>
                  <a:pt x="93150" y="910391"/>
                </a:lnTo>
                <a:lnTo>
                  <a:pt x="1071183" y="910391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0"/>
          <p:cNvSpPr txBox="1"/>
          <p:nvPr/>
        </p:nvSpPr>
        <p:spPr>
          <a:xfrm>
            <a:off x="5906282" y="1370661"/>
            <a:ext cx="1877700" cy="19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noAutofit/>
          </a:bodyPr>
          <a:lstStyle/>
          <a:p>
            <a:pPr marL="845185" marR="17272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 algorithm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Induction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38225" marR="252728" lvl="0" indent="-37463" algn="ctr" rtl="0">
              <a:lnSpc>
                <a:spcPct val="114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  Model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0"/>
          <p:cNvSpPr/>
          <p:nvPr/>
        </p:nvSpPr>
        <p:spPr>
          <a:xfrm>
            <a:off x="7073818" y="2067210"/>
            <a:ext cx="208279" cy="683260"/>
          </a:xfrm>
          <a:custGeom>
            <a:avLst/>
            <a:gdLst/>
            <a:ahLst/>
            <a:cxnLst/>
            <a:rect l="l" t="t" r="r" b="b"/>
            <a:pathLst>
              <a:path w="208279" h="683260" extrusionOk="0">
                <a:moveTo>
                  <a:pt x="207899" y="581075"/>
                </a:moveTo>
                <a:lnTo>
                  <a:pt x="0" y="581075"/>
                </a:lnTo>
                <a:lnTo>
                  <a:pt x="103949" y="682713"/>
                </a:lnTo>
                <a:lnTo>
                  <a:pt x="207899" y="581075"/>
                </a:lnTo>
                <a:close/>
              </a:path>
              <a:path w="208279" h="683260" extrusionOk="0">
                <a:moveTo>
                  <a:pt x="139255" y="0"/>
                </a:moveTo>
                <a:lnTo>
                  <a:pt x="68643" y="0"/>
                </a:lnTo>
                <a:lnTo>
                  <a:pt x="68643" y="581075"/>
                </a:lnTo>
                <a:lnTo>
                  <a:pt x="139255" y="581075"/>
                </a:lnTo>
                <a:lnTo>
                  <a:pt x="139255" y="0"/>
                </a:lnTo>
                <a:close/>
              </a:path>
            </a:pathLst>
          </a:custGeom>
          <a:solidFill>
            <a:srgbClr val="808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0"/>
          <p:cNvSpPr/>
          <p:nvPr/>
        </p:nvSpPr>
        <p:spPr>
          <a:xfrm>
            <a:off x="7073823" y="2067209"/>
            <a:ext cx="208279" cy="683260"/>
          </a:xfrm>
          <a:custGeom>
            <a:avLst/>
            <a:gdLst/>
            <a:ahLst/>
            <a:cxnLst/>
            <a:rect l="l" t="t" r="r" b="b"/>
            <a:pathLst>
              <a:path w="208279" h="683260" extrusionOk="0">
                <a:moveTo>
                  <a:pt x="103943" y="682715"/>
                </a:moveTo>
                <a:lnTo>
                  <a:pt x="207886" y="581071"/>
                </a:lnTo>
                <a:lnTo>
                  <a:pt x="139254" y="581071"/>
                </a:lnTo>
                <a:lnTo>
                  <a:pt x="139254" y="0"/>
                </a:lnTo>
                <a:lnTo>
                  <a:pt x="68632" y="0"/>
                </a:lnTo>
                <a:lnTo>
                  <a:pt x="68632" y="581071"/>
                </a:lnTo>
                <a:lnTo>
                  <a:pt x="0" y="581071"/>
                </a:lnTo>
                <a:lnTo>
                  <a:pt x="103943" y="682715"/>
                </a:ln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0"/>
          <p:cNvSpPr txBox="1"/>
          <p:nvPr/>
        </p:nvSpPr>
        <p:spPr>
          <a:xfrm>
            <a:off x="3401779" y="3792155"/>
            <a:ext cx="11418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Decision trees</a:t>
            </a:r>
            <a:endParaRPr/>
          </a:p>
        </p:txBody>
      </p:sp>
      <p:sp>
        <p:nvSpPr>
          <p:cNvPr id="208" name="Google Shape;208;p12"/>
          <p:cNvSpPr txBox="1">
            <a:spLocks noGrp="1"/>
          </p:cNvSpPr>
          <p:nvPr>
            <p:ph type="body" idx="1"/>
          </p:nvPr>
        </p:nvSpPr>
        <p:spPr>
          <a:xfrm>
            <a:off x="2134708" y="2075926"/>
            <a:ext cx="10515600" cy="355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One of the most intuitive classifiers.</a:t>
            </a:r>
            <a:endParaRPr dirty="0"/>
          </a:p>
          <a:p>
            <a:pPr marL="457200" lvl="0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Easy to understand and construct.</a:t>
            </a:r>
            <a:endParaRPr dirty="0"/>
          </a:p>
          <a:p>
            <a:pPr marL="457200" lvl="0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Surprisingly, also works very well.</a:t>
            </a:r>
            <a:endParaRPr dirty="0"/>
          </a:p>
          <a:p>
            <a:pPr marL="457200" lvl="0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Let’s build a decision tree!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666"/>
              <a:buNone/>
            </a:pPr>
            <a:r>
              <a:rPr lang="en-US"/>
              <a:t>How does a decision tree represent a prediction rule or model?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2095590" y="2788024"/>
            <a:ext cx="7933764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f: </a:t>
            </a:r>
            <a:r>
              <a:rPr lang="en-US" sz="4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4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i="0" u="none" strike="noStrike" cap="none" dirty="0">
                <a:solidFill>
                  <a:srgbClr val="000000"/>
                </a:solidFill>
                <a:sym typeface="Arial"/>
              </a:rPr>
              <a:t>Y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mapping from all other attributes to the class label.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/>
              <a:t>Decision Tree for Tax Fraud Detection</a:t>
            </a:r>
            <a:endParaRPr sz="4000"/>
          </a:p>
        </p:txBody>
      </p:sp>
      <p:sp>
        <p:nvSpPr>
          <p:cNvPr id="337" name="Google Shape;337;p17"/>
          <p:cNvSpPr/>
          <p:nvPr/>
        </p:nvSpPr>
        <p:spPr>
          <a:xfrm>
            <a:off x="4420073" y="4550531"/>
            <a:ext cx="279400" cy="650240"/>
          </a:xfrm>
          <a:custGeom>
            <a:avLst/>
            <a:gdLst/>
            <a:ahLst/>
            <a:cxnLst/>
            <a:rect l="l" t="t" r="r" b="b"/>
            <a:pathLst>
              <a:path w="279400" h="650239" extrusionOk="0">
                <a:moveTo>
                  <a:pt x="11747" y="0"/>
                </a:moveTo>
                <a:lnTo>
                  <a:pt x="0" y="4838"/>
                </a:lnTo>
                <a:lnTo>
                  <a:pt x="237693" y="582079"/>
                </a:lnTo>
                <a:lnTo>
                  <a:pt x="208330" y="594169"/>
                </a:lnTo>
                <a:lnTo>
                  <a:pt x="272580" y="650113"/>
                </a:lnTo>
                <a:lnTo>
                  <a:pt x="277906" y="577240"/>
                </a:lnTo>
                <a:lnTo>
                  <a:pt x="249428" y="577240"/>
                </a:lnTo>
                <a:lnTo>
                  <a:pt x="11747" y="0"/>
                </a:lnTo>
                <a:close/>
              </a:path>
              <a:path w="279400" h="650239" extrusionOk="0">
                <a:moveTo>
                  <a:pt x="278790" y="565150"/>
                </a:moveTo>
                <a:lnTo>
                  <a:pt x="249428" y="577240"/>
                </a:lnTo>
                <a:lnTo>
                  <a:pt x="277906" y="577240"/>
                </a:lnTo>
                <a:lnTo>
                  <a:pt x="278790" y="565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3194047" y="4549895"/>
            <a:ext cx="361315" cy="650875"/>
          </a:xfrm>
          <a:custGeom>
            <a:avLst/>
            <a:gdLst/>
            <a:ahLst/>
            <a:cxnLst/>
            <a:rect l="l" t="t" r="r" b="b"/>
            <a:pathLst>
              <a:path w="361314" h="650875" extrusionOk="0">
                <a:moveTo>
                  <a:pt x="3276" y="565619"/>
                </a:moveTo>
                <a:lnTo>
                  <a:pt x="0" y="650760"/>
                </a:lnTo>
                <a:lnTo>
                  <a:pt x="70078" y="602297"/>
                </a:lnTo>
                <a:lnTo>
                  <a:pt x="42240" y="587019"/>
                </a:lnTo>
                <a:lnTo>
                  <a:pt x="45601" y="580897"/>
                </a:lnTo>
                <a:lnTo>
                  <a:pt x="31115" y="580897"/>
                </a:lnTo>
                <a:lnTo>
                  <a:pt x="3276" y="565619"/>
                </a:lnTo>
                <a:close/>
              </a:path>
              <a:path w="361314" h="650875" extrusionOk="0">
                <a:moveTo>
                  <a:pt x="350037" y="0"/>
                </a:moveTo>
                <a:lnTo>
                  <a:pt x="31115" y="580897"/>
                </a:lnTo>
                <a:lnTo>
                  <a:pt x="45601" y="580897"/>
                </a:lnTo>
                <a:lnTo>
                  <a:pt x="361175" y="6108"/>
                </a:lnTo>
                <a:lnTo>
                  <a:pt x="35003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3892547" y="3584157"/>
            <a:ext cx="450215" cy="651510"/>
          </a:xfrm>
          <a:custGeom>
            <a:avLst/>
            <a:gdLst/>
            <a:ahLst/>
            <a:cxnLst/>
            <a:rect l="l" t="t" r="r" b="b"/>
            <a:pathLst>
              <a:path w="450214" h="651510" extrusionOk="0">
                <a:moveTo>
                  <a:pt x="11709" y="566902"/>
                </a:moveTo>
                <a:lnTo>
                  <a:pt x="0" y="651294"/>
                </a:lnTo>
                <a:lnTo>
                  <a:pt x="74536" y="610019"/>
                </a:lnTo>
                <a:lnTo>
                  <a:pt x="48361" y="592061"/>
                </a:lnTo>
                <a:lnTo>
                  <a:pt x="53294" y="584873"/>
                </a:lnTo>
                <a:lnTo>
                  <a:pt x="37884" y="584873"/>
                </a:lnTo>
                <a:lnTo>
                  <a:pt x="11709" y="566902"/>
                </a:lnTo>
                <a:close/>
              </a:path>
              <a:path w="450214" h="651510" extrusionOk="0">
                <a:moveTo>
                  <a:pt x="439267" y="0"/>
                </a:moveTo>
                <a:lnTo>
                  <a:pt x="37884" y="584873"/>
                </a:lnTo>
                <a:lnTo>
                  <a:pt x="53294" y="584873"/>
                </a:lnTo>
                <a:lnTo>
                  <a:pt x="449745" y="7188"/>
                </a:lnTo>
                <a:lnTo>
                  <a:pt x="4392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5221147" y="3583713"/>
            <a:ext cx="538480" cy="652145"/>
          </a:xfrm>
          <a:custGeom>
            <a:avLst/>
            <a:gdLst/>
            <a:ahLst/>
            <a:cxnLst/>
            <a:rect l="l" t="t" r="r" b="b"/>
            <a:pathLst>
              <a:path w="538479" h="652145" extrusionOk="0">
                <a:moveTo>
                  <a:pt x="9804" y="0"/>
                </a:moveTo>
                <a:lnTo>
                  <a:pt x="0" y="8077"/>
                </a:lnTo>
                <a:lnTo>
                  <a:pt x="484962" y="596950"/>
                </a:lnTo>
                <a:lnTo>
                  <a:pt x="460451" y="617131"/>
                </a:lnTo>
                <a:lnTo>
                  <a:pt x="538302" y="651738"/>
                </a:lnTo>
                <a:lnTo>
                  <a:pt x="523900" y="588873"/>
                </a:lnTo>
                <a:lnTo>
                  <a:pt x="494766" y="588873"/>
                </a:lnTo>
                <a:lnTo>
                  <a:pt x="9804" y="0"/>
                </a:lnTo>
                <a:close/>
              </a:path>
              <a:path w="538479" h="652145" extrusionOk="0">
                <a:moveTo>
                  <a:pt x="519277" y="568693"/>
                </a:moveTo>
                <a:lnTo>
                  <a:pt x="494766" y="588873"/>
                </a:lnTo>
                <a:lnTo>
                  <a:pt x="523900" y="588873"/>
                </a:lnTo>
                <a:lnTo>
                  <a:pt x="519277" y="5686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4066060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8585" y="0"/>
                </a:moveTo>
                <a:lnTo>
                  <a:pt x="0" y="9359"/>
                </a:lnTo>
                <a:lnTo>
                  <a:pt x="566166" y="529310"/>
                </a:lnTo>
                <a:lnTo>
                  <a:pt x="544690" y="552704"/>
                </a:lnTo>
                <a:lnTo>
                  <a:pt x="626592" y="576173"/>
                </a:lnTo>
                <a:lnTo>
                  <a:pt x="605159" y="519963"/>
                </a:lnTo>
                <a:lnTo>
                  <a:pt x="574763" y="519963"/>
                </a:lnTo>
                <a:lnTo>
                  <a:pt x="8585" y="0"/>
                </a:lnTo>
                <a:close/>
              </a:path>
              <a:path w="626744" h="576579" extrusionOk="0">
                <a:moveTo>
                  <a:pt x="596239" y="496570"/>
                </a:moveTo>
                <a:lnTo>
                  <a:pt x="574763" y="519963"/>
                </a:lnTo>
                <a:lnTo>
                  <a:pt x="605159" y="519963"/>
                </a:lnTo>
                <a:lnTo>
                  <a:pt x="596239" y="4965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2571748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30353" y="496570"/>
                </a:moveTo>
                <a:lnTo>
                  <a:pt x="0" y="576173"/>
                </a:lnTo>
                <a:lnTo>
                  <a:pt x="81902" y="552704"/>
                </a:lnTo>
                <a:lnTo>
                  <a:pt x="60426" y="529310"/>
                </a:lnTo>
                <a:lnTo>
                  <a:pt x="70604" y="519963"/>
                </a:lnTo>
                <a:lnTo>
                  <a:pt x="51828" y="519963"/>
                </a:lnTo>
                <a:lnTo>
                  <a:pt x="30353" y="496570"/>
                </a:lnTo>
                <a:close/>
              </a:path>
              <a:path w="626744" h="576579" extrusionOk="0">
                <a:moveTo>
                  <a:pt x="618007" y="0"/>
                </a:moveTo>
                <a:lnTo>
                  <a:pt x="51828" y="519963"/>
                </a:lnTo>
                <a:lnTo>
                  <a:pt x="70604" y="519963"/>
                </a:lnTo>
                <a:lnTo>
                  <a:pt x="626592" y="9359"/>
                </a:lnTo>
                <a:lnTo>
                  <a:pt x="6180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3143250" y="2368550"/>
            <a:ext cx="10160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9350" rIns="0" bIns="0" anchor="t" anchorCtr="0">
            <a:noAutofit/>
          </a:bodyPr>
          <a:lstStyle/>
          <a:p>
            <a:pPr marL="151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4248150" y="3257550"/>
            <a:ext cx="1028700" cy="3556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1900" rIns="0" bIns="0" anchor="t" anchorCtr="0">
            <a:noAutofit/>
          </a:bodyPr>
          <a:lstStyle/>
          <a:p>
            <a:pPr marL="22669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3460750" y="4235450"/>
            <a:ext cx="10541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175" rIns="0" bIns="0" anchor="t" anchorCtr="0">
            <a:noAutofit/>
          </a:bodyPr>
          <a:lstStyle/>
          <a:p>
            <a:pPr marL="20510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4470400" y="5194301"/>
            <a:ext cx="685800" cy="444500"/>
          </a:xfrm>
          <a:custGeom>
            <a:avLst/>
            <a:gdLst/>
            <a:ahLst/>
            <a:cxnLst/>
            <a:rect l="l" t="t" r="r" b="b"/>
            <a:pathLst>
              <a:path w="685800" h="444500" extrusionOk="0">
                <a:moveTo>
                  <a:pt x="611263" y="0"/>
                </a:moveTo>
                <a:lnTo>
                  <a:pt x="74536" y="0"/>
                </a:lnTo>
                <a:lnTo>
                  <a:pt x="45525" y="5858"/>
                </a:lnTo>
                <a:lnTo>
                  <a:pt x="21832" y="21832"/>
                </a:lnTo>
                <a:lnTo>
                  <a:pt x="5858" y="45525"/>
                </a:lnTo>
                <a:lnTo>
                  <a:pt x="0" y="74536"/>
                </a:lnTo>
                <a:lnTo>
                  <a:pt x="0" y="369963"/>
                </a:lnTo>
                <a:lnTo>
                  <a:pt x="5858" y="398974"/>
                </a:lnTo>
                <a:lnTo>
                  <a:pt x="21832" y="422667"/>
                </a:lnTo>
                <a:lnTo>
                  <a:pt x="45525" y="438641"/>
                </a:lnTo>
                <a:lnTo>
                  <a:pt x="74536" y="444500"/>
                </a:lnTo>
                <a:lnTo>
                  <a:pt x="611263" y="444500"/>
                </a:lnTo>
                <a:lnTo>
                  <a:pt x="640274" y="438641"/>
                </a:lnTo>
                <a:lnTo>
                  <a:pt x="663967" y="422667"/>
                </a:lnTo>
                <a:lnTo>
                  <a:pt x="679941" y="398974"/>
                </a:lnTo>
                <a:lnTo>
                  <a:pt x="685800" y="369963"/>
                </a:lnTo>
                <a:lnTo>
                  <a:pt x="685800" y="74536"/>
                </a:lnTo>
                <a:lnTo>
                  <a:pt x="679941" y="45525"/>
                </a:lnTo>
                <a:lnTo>
                  <a:pt x="663967" y="21832"/>
                </a:lnTo>
                <a:lnTo>
                  <a:pt x="640274" y="5858"/>
                </a:lnTo>
                <a:lnTo>
                  <a:pt x="611263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 txBox="1"/>
          <p:nvPr/>
        </p:nvSpPr>
        <p:spPr>
          <a:xfrm>
            <a:off x="4543524" y="5226678"/>
            <a:ext cx="4305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2832100" y="5219693"/>
            <a:ext cx="711200" cy="444500"/>
          </a:xfrm>
          <a:custGeom>
            <a:avLst/>
            <a:gdLst/>
            <a:ahLst/>
            <a:cxnLst/>
            <a:rect l="l" t="t" r="r" b="b"/>
            <a:pathLst>
              <a:path w="711200" h="444500" extrusionOk="0">
                <a:moveTo>
                  <a:pt x="637120" y="0"/>
                </a:moveTo>
                <a:lnTo>
                  <a:pt x="74091" y="0"/>
                </a:lnTo>
                <a:lnTo>
                  <a:pt x="45252" y="5822"/>
                </a:lnTo>
                <a:lnTo>
                  <a:pt x="21701" y="21701"/>
                </a:lnTo>
                <a:lnTo>
                  <a:pt x="5822" y="45252"/>
                </a:lnTo>
                <a:lnTo>
                  <a:pt x="0" y="74091"/>
                </a:lnTo>
                <a:lnTo>
                  <a:pt x="0" y="370420"/>
                </a:lnTo>
                <a:lnTo>
                  <a:pt x="5822" y="399258"/>
                </a:lnTo>
                <a:lnTo>
                  <a:pt x="21701" y="422805"/>
                </a:lnTo>
                <a:lnTo>
                  <a:pt x="45252" y="438679"/>
                </a:lnTo>
                <a:lnTo>
                  <a:pt x="74091" y="444499"/>
                </a:lnTo>
                <a:lnTo>
                  <a:pt x="637120" y="444499"/>
                </a:lnTo>
                <a:lnTo>
                  <a:pt x="665953" y="438679"/>
                </a:lnTo>
                <a:lnTo>
                  <a:pt x="689500" y="422805"/>
                </a:lnTo>
                <a:lnTo>
                  <a:pt x="705377" y="399258"/>
                </a:lnTo>
                <a:lnTo>
                  <a:pt x="711200" y="370420"/>
                </a:lnTo>
                <a:lnTo>
                  <a:pt x="711200" y="74091"/>
                </a:lnTo>
                <a:lnTo>
                  <a:pt x="705377" y="45252"/>
                </a:lnTo>
                <a:lnTo>
                  <a:pt x="689500" y="21701"/>
                </a:lnTo>
                <a:lnTo>
                  <a:pt x="665953" y="5822"/>
                </a:lnTo>
                <a:lnTo>
                  <a:pt x="63712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3037942" y="5230573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2209800" y="3276601"/>
            <a:ext cx="749300" cy="419100"/>
          </a:xfrm>
          <a:custGeom>
            <a:avLst/>
            <a:gdLst/>
            <a:ahLst/>
            <a:cxnLst/>
            <a:rect l="l" t="t" r="r" b="b"/>
            <a:pathLst>
              <a:path w="749300" h="419100" extrusionOk="0">
                <a:moveTo>
                  <a:pt x="679450" y="0"/>
                </a:moveTo>
                <a:lnTo>
                  <a:pt x="69850" y="0"/>
                </a:lnTo>
                <a:lnTo>
                  <a:pt x="42658" y="5488"/>
                </a:lnTo>
                <a:lnTo>
                  <a:pt x="20456" y="20456"/>
                </a:lnTo>
                <a:lnTo>
                  <a:pt x="5488" y="4265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35"/>
                </a:lnTo>
                <a:lnTo>
                  <a:pt x="20456" y="398638"/>
                </a:lnTo>
                <a:lnTo>
                  <a:pt x="42658" y="413609"/>
                </a:lnTo>
                <a:lnTo>
                  <a:pt x="69850" y="419100"/>
                </a:lnTo>
                <a:lnTo>
                  <a:pt x="679450" y="419100"/>
                </a:lnTo>
                <a:lnTo>
                  <a:pt x="706635" y="413609"/>
                </a:lnTo>
                <a:lnTo>
                  <a:pt x="728838" y="398638"/>
                </a:lnTo>
                <a:lnTo>
                  <a:pt x="743809" y="376435"/>
                </a:lnTo>
                <a:lnTo>
                  <a:pt x="749300" y="349250"/>
                </a:lnTo>
                <a:lnTo>
                  <a:pt x="749300" y="69850"/>
                </a:lnTo>
                <a:lnTo>
                  <a:pt x="743809" y="42658"/>
                </a:lnTo>
                <a:lnTo>
                  <a:pt x="728838" y="20456"/>
                </a:lnTo>
                <a:lnTo>
                  <a:pt x="706635" y="5488"/>
                </a:lnTo>
                <a:lnTo>
                  <a:pt x="6794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2418144" y="3287109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5384800" y="4254497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 extrusionOk="0">
                <a:moveTo>
                  <a:pt x="670979" y="0"/>
                </a:moveTo>
                <a:lnTo>
                  <a:pt x="78320" y="0"/>
                </a:lnTo>
                <a:lnTo>
                  <a:pt x="47834" y="6154"/>
                </a:lnTo>
                <a:lnTo>
                  <a:pt x="22939" y="22939"/>
                </a:lnTo>
                <a:lnTo>
                  <a:pt x="6154" y="47834"/>
                </a:lnTo>
                <a:lnTo>
                  <a:pt x="0" y="78320"/>
                </a:lnTo>
                <a:lnTo>
                  <a:pt x="0" y="391579"/>
                </a:lnTo>
                <a:lnTo>
                  <a:pt x="6154" y="422065"/>
                </a:lnTo>
                <a:lnTo>
                  <a:pt x="22939" y="446960"/>
                </a:lnTo>
                <a:lnTo>
                  <a:pt x="47834" y="463745"/>
                </a:lnTo>
                <a:lnTo>
                  <a:pt x="78320" y="469900"/>
                </a:lnTo>
                <a:lnTo>
                  <a:pt x="670979" y="469900"/>
                </a:lnTo>
                <a:lnTo>
                  <a:pt x="701465" y="463745"/>
                </a:lnTo>
                <a:lnTo>
                  <a:pt x="726360" y="446960"/>
                </a:lnTo>
                <a:lnTo>
                  <a:pt x="743145" y="422065"/>
                </a:lnTo>
                <a:lnTo>
                  <a:pt x="749300" y="391579"/>
                </a:lnTo>
                <a:lnTo>
                  <a:pt x="749300" y="78320"/>
                </a:lnTo>
                <a:lnTo>
                  <a:pt x="743145" y="47834"/>
                </a:lnTo>
                <a:lnTo>
                  <a:pt x="726360" y="22939"/>
                </a:lnTo>
                <a:lnTo>
                  <a:pt x="701465" y="6154"/>
                </a:lnTo>
                <a:lnTo>
                  <a:pt x="670979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5572843" y="4291947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2299512" y="2718569"/>
            <a:ext cx="540139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4501371" y="2718569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5626285" y="3657150"/>
            <a:ext cx="7150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3267133" y="3692100"/>
            <a:ext cx="15024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2758930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4705382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6549400" y="1592849"/>
            <a:ext cx="191278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2" name="Google Shape;362;p17"/>
          <p:cNvGraphicFramePr/>
          <p:nvPr/>
        </p:nvGraphicFramePr>
        <p:xfrm>
          <a:off x="6549400" y="2041650"/>
          <a:ext cx="3146900" cy="89422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73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150"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Refund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Marital Status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Taxable Income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Cheat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075"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Married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80K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45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49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7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/>
              <a:t>Decision Tree for Tax Fraud Detection</a:t>
            </a:r>
            <a:endParaRPr sz="4000"/>
          </a:p>
        </p:txBody>
      </p:sp>
      <p:sp>
        <p:nvSpPr>
          <p:cNvPr id="337" name="Google Shape;337;p17"/>
          <p:cNvSpPr/>
          <p:nvPr/>
        </p:nvSpPr>
        <p:spPr>
          <a:xfrm>
            <a:off x="4420073" y="4550531"/>
            <a:ext cx="279400" cy="650240"/>
          </a:xfrm>
          <a:custGeom>
            <a:avLst/>
            <a:gdLst/>
            <a:ahLst/>
            <a:cxnLst/>
            <a:rect l="l" t="t" r="r" b="b"/>
            <a:pathLst>
              <a:path w="279400" h="650239" extrusionOk="0">
                <a:moveTo>
                  <a:pt x="11747" y="0"/>
                </a:moveTo>
                <a:lnTo>
                  <a:pt x="0" y="4838"/>
                </a:lnTo>
                <a:lnTo>
                  <a:pt x="237693" y="582079"/>
                </a:lnTo>
                <a:lnTo>
                  <a:pt x="208330" y="594169"/>
                </a:lnTo>
                <a:lnTo>
                  <a:pt x="272580" y="650113"/>
                </a:lnTo>
                <a:lnTo>
                  <a:pt x="277906" y="577240"/>
                </a:lnTo>
                <a:lnTo>
                  <a:pt x="249428" y="577240"/>
                </a:lnTo>
                <a:lnTo>
                  <a:pt x="11747" y="0"/>
                </a:lnTo>
                <a:close/>
              </a:path>
              <a:path w="279400" h="650239" extrusionOk="0">
                <a:moveTo>
                  <a:pt x="278790" y="565150"/>
                </a:moveTo>
                <a:lnTo>
                  <a:pt x="249428" y="577240"/>
                </a:lnTo>
                <a:lnTo>
                  <a:pt x="277906" y="577240"/>
                </a:lnTo>
                <a:lnTo>
                  <a:pt x="278790" y="565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3194047" y="4549895"/>
            <a:ext cx="361315" cy="650875"/>
          </a:xfrm>
          <a:custGeom>
            <a:avLst/>
            <a:gdLst/>
            <a:ahLst/>
            <a:cxnLst/>
            <a:rect l="l" t="t" r="r" b="b"/>
            <a:pathLst>
              <a:path w="361314" h="650875" extrusionOk="0">
                <a:moveTo>
                  <a:pt x="3276" y="565619"/>
                </a:moveTo>
                <a:lnTo>
                  <a:pt x="0" y="650760"/>
                </a:lnTo>
                <a:lnTo>
                  <a:pt x="70078" y="602297"/>
                </a:lnTo>
                <a:lnTo>
                  <a:pt x="42240" y="587019"/>
                </a:lnTo>
                <a:lnTo>
                  <a:pt x="45601" y="580897"/>
                </a:lnTo>
                <a:lnTo>
                  <a:pt x="31115" y="580897"/>
                </a:lnTo>
                <a:lnTo>
                  <a:pt x="3276" y="565619"/>
                </a:lnTo>
                <a:close/>
              </a:path>
              <a:path w="361314" h="650875" extrusionOk="0">
                <a:moveTo>
                  <a:pt x="350037" y="0"/>
                </a:moveTo>
                <a:lnTo>
                  <a:pt x="31115" y="580897"/>
                </a:lnTo>
                <a:lnTo>
                  <a:pt x="45601" y="580897"/>
                </a:lnTo>
                <a:lnTo>
                  <a:pt x="361175" y="6108"/>
                </a:lnTo>
                <a:lnTo>
                  <a:pt x="35003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3892547" y="3584157"/>
            <a:ext cx="450215" cy="651510"/>
          </a:xfrm>
          <a:custGeom>
            <a:avLst/>
            <a:gdLst/>
            <a:ahLst/>
            <a:cxnLst/>
            <a:rect l="l" t="t" r="r" b="b"/>
            <a:pathLst>
              <a:path w="450214" h="651510" extrusionOk="0">
                <a:moveTo>
                  <a:pt x="11709" y="566902"/>
                </a:moveTo>
                <a:lnTo>
                  <a:pt x="0" y="651294"/>
                </a:lnTo>
                <a:lnTo>
                  <a:pt x="74536" y="610019"/>
                </a:lnTo>
                <a:lnTo>
                  <a:pt x="48361" y="592061"/>
                </a:lnTo>
                <a:lnTo>
                  <a:pt x="53294" y="584873"/>
                </a:lnTo>
                <a:lnTo>
                  <a:pt x="37884" y="584873"/>
                </a:lnTo>
                <a:lnTo>
                  <a:pt x="11709" y="566902"/>
                </a:lnTo>
                <a:close/>
              </a:path>
              <a:path w="450214" h="651510" extrusionOk="0">
                <a:moveTo>
                  <a:pt x="439267" y="0"/>
                </a:moveTo>
                <a:lnTo>
                  <a:pt x="37884" y="584873"/>
                </a:lnTo>
                <a:lnTo>
                  <a:pt x="53294" y="584873"/>
                </a:lnTo>
                <a:lnTo>
                  <a:pt x="449745" y="7188"/>
                </a:lnTo>
                <a:lnTo>
                  <a:pt x="4392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5221147" y="3583713"/>
            <a:ext cx="538480" cy="652145"/>
          </a:xfrm>
          <a:custGeom>
            <a:avLst/>
            <a:gdLst/>
            <a:ahLst/>
            <a:cxnLst/>
            <a:rect l="l" t="t" r="r" b="b"/>
            <a:pathLst>
              <a:path w="538479" h="652145" extrusionOk="0">
                <a:moveTo>
                  <a:pt x="9804" y="0"/>
                </a:moveTo>
                <a:lnTo>
                  <a:pt x="0" y="8077"/>
                </a:lnTo>
                <a:lnTo>
                  <a:pt x="484962" y="596950"/>
                </a:lnTo>
                <a:lnTo>
                  <a:pt x="460451" y="617131"/>
                </a:lnTo>
                <a:lnTo>
                  <a:pt x="538302" y="651738"/>
                </a:lnTo>
                <a:lnTo>
                  <a:pt x="523900" y="588873"/>
                </a:lnTo>
                <a:lnTo>
                  <a:pt x="494766" y="588873"/>
                </a:lnTo>
                <a:lnTo>
                  <a:pt x="9804" y="0"/>
                </a:lnTo>
                <a:close/>
              </a:path>
              <a:path w="538479" h="652145" extrusionOk="0">
                <a:moveTo>
                  <a:pt x="519277" y="568693"/>
                </a:moveTo>
                <a:lnTo>
                  <a:pt x="494766" y="588873"/>
                </a:lnTo>
                <a:lnTo>
                  <a:pt x="523900" y="588873"/>
                </a:lnTo>
                <a:lnTo>
                  <a:pt x="519277" y="5686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4066060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8585" y="0"/>
                </a:moveTo>
                <a:lnTo>
                  <a:pt x="0" y="9359"/>
                </a:lnTo>
                <a:lnTo>
                  <a:pt x="566166" y="529310"/>
                </a:lnTo>
                <a:lnTo>
                  <a:pt x="544690" y="552704"/>
                </a:lnTo>
                <a:lnTo>
                  <a:pt x="626592" y="576173"/>
                </a:lnTo>
                <a:lnTo>
                  <a:pt x="605159" y="519963"/>
                </a:lnTo>
                <a:lnTo>
                  <a:pt x="574763" y="519963"/>
                </a:lnTo>
                <a:lnTo>
                  <a:pt x="8585" y="0"/>
                </a:lnTo>
                <a:close/>
              </a:path>
              <a:path w="626744" h="576579" extrusionOk="0">
                <a:moveTo>
                  <a:pt x="596239" y="496570"/>
                </a:moveTo>
                <a:lnTo>
                  <a:pt x="574763" y="519963"/>
                </a:lnTo>
                <a:lnTo>
                  <a:pt x="605159" y="519963"/>
                </a:lnTo>
                <a:lnTo>
                  <a:pt x="596239" y="4965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2571748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30353" y="496570"/>
                </a:moveTo>
                <a:lnTo>
                  <a:pt x="0" y="576173"/>
                </a:lnTo>
                <a:lnTo>
                  <a:pt x="81902" y="552704"/>
                </a:lnTo>
                <a:lnTo>
                  <a:pt x="60426" y="529310"/>
                </a:lnTo>
                <a:lnTo>
                  <a:pt x="70604" y="519963"/>
                </a:lnTo>
                <a:lnTo>
                  <a:pt x="51828" y="519963"/>
                </a:lnTo>
                <a:lnTo>
                  <a:pt x="30353" y="496570"/>
                </a:lnTo>
                <a:close/>
              </a:path>
              <a:path w="626744" h="576579" extrusionOk="0">
                <a:moveTo>
                  <a:pt x="618007" y="0"/>
                </a:moveTo>
                <a:lnTo>
                  <a:pt x="51828" y="519963"/>
                </a:lnTo>
                <a:lnTo>
                  <a:pt x="70604" y="519963"/>
                </a:lnTo>
                <a:lnTo>
                  <a:pt x="626592" y="9359"/>
                </a:lnTo>
                <a:lnTo>
                  <a:pt x="6180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3143250" y="2368550"/>
            <a:ext cx="10160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9350" rIns="0" bIns="0" anchor="t" anchorCtr="0">
            <a:noAutofit/>
          </a:bodyPr>
          <a:lstStyle/>
          <a:p>
            <a:pPr marL="151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4248150" y="3257550"/>
            <a:ext cx="1028700" cy="3556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1900" rIns="0" bIns="0" anchor="t" anchorCtr="0">
            <a:noAutofit/>
          </a:bodyPr>
          <a:lstStyle/>
          <a:p>
            <a:pPr marL="22669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3460750" y="4235450"/>
            <a:ext cx="10541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175" rIns="0" bIns="0" anchor="t" anchorCtr="0">
            <a:noAutofit/>
          </a:bodyPr>
          <a:lstStyle/>
          <a:p>
            <a:pPr marL="20510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4470400" y="5194301"/>
            <a:ext cx="685800" cy="444500"/>
          </a:xfrm>
          <a:custGeom>
            <a:avLst/>
            <a:gdLst/>
            <a:ahLst/>
            <a:cxnLst/>
            <a:rect l="l" t="t" r="r" b="b"/>
            <a:pathLst>
              <a:path w="685800" h="444500" extrusionOk="0">
                <a:moveTo>
                  <a:pt x="611263" y="0"/>
                </a:moveTo>
                <a:lnTo>
                  <a:pt x="74536" y="0"/>
                </a:lnTo>
                <a:lnTo>
                  <a:pt x="45525" y="5858"/>
                </a:lnTo>
                <a:lnTo>
                  <a:pt x="21832" y="21832"/>
                </a:lnTo>
                <a:lnTo>
                  <a:pt x="5858" y="45525"/>
                </a:lnTo>
                <a:lnTo>
                  <a:pt x="0" y="74536"/>
                </a:lnTo>
                <a:lnTo>
                  <a:pt x="0" y="369963"/>
                </a:lnTo>
                <a:lnTo>
                  <a:pt x="5858" y="398974"/>
                </a:lnTo>
                <a:lnTo>
                  <a:pt x="21832" y="422667"/>
                </a:lnTo>
                <a:lnTo>
                  <a:pt x="45525" y="438641"/>
                </a:lnTo>
                <a:lnTo>
                  <a:pt x="74536" y="444500"/>
                </a:lnTo>
                <a:lnTo>
                  <a:pt x="611263" y="444500"/>
                </a:lnTo>
                <a:lnTo>
                  <a:pt x="640274" y="438641"/>
                </a:lnTo>
                <a:lnTo>
                  <a:pt x="663967" y="422667"/>
                </a:lnTo>
                <a:lnTo>
                  <a:pt x="679941" y="398974"/>
                </a:lnTo>
                <a:lnTo>
                  <a:pt x="685800" y="369963"/>
                </a:lnTo>
                <a:lnTo>
                  <a:pt x="685800" y="74536"/>
                </a:lnTo>
                <a:lnTo>
                  <a:pt x="679941" y="45525"/>
                </a:lnTo>
                <a:lnTo>
                  <a:pt x="663967" y="21832"/>
                </a:lnTo>
                <a:lnTo>
                  <a:pt x="640274" y="5858"/>
                </a:lnTo>
                <a:lnTo>
                  <a:pt x="611263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 txBox="1"/>
          <p:nvPr/>
        </p:nvSpPr>
        <p:spPr>
          <a:xfrm>
            <a:off x="4543524" y="5226678"/>
            <a:ext cx="4305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2832100" y="5219693"/>
            <a:ext cx="711200" cy="444500"/>
          </a:xfrm>
          <a:custGeom>
            <a:avLst/>
            <a:gdLst/>
            <a:ahLst/>
            <a:cxnLst/>
            <a:rect l="l" t="t" r="r" b="b"/>
            <a:pathLst>
              <a:path w="711200" h="444500" extrusionOk="0">
                <a:moveTo>
                  <a:pt x="637120" y="0"/>
                </a:moveTo>
                <a:lnTo>
                  <a:pt x="74091" y="0"/>
                </a:lnTo>
                <a:lnTo>
                  <a:pt x="45252" y="5822"/>
                </a:lnTo>
                <a:lnTo>
                  <a:pt x="21701" y="21701"/>
                </a:lnTo>
                <a:lnTo>
                  <a:pt x="5822" y="45252"/>
                </a:lnTo>
                <a:lnTo>
                  <a:pt x="0" y="74091"/>
                </a:lnTo>
                <a:lnTo>
                  <a:pt x="0" y="370420"/>
                </a:lnTo>
                <a:lnTo>
                  <a:pt x="5822" y="399258"/>
                </a:lnTo>
                <a:lnTo>
                  <a:pt x="21701" y="422805"/>
                </a:lnTo>
                <a:lnTo>
                  <a:pt x="45252" y="438679"/>
                </a:lnTo>
                <a:lnTo>
                  <a:pt x="74091" y="444499"/>
                </a:lnTo>
                <a:lnTo>
                  <a:pt x="637120" y="444499"/>
                </a:lnTo>
                <a:lnTo>
                  <a:pt x="665953" y="438679"/>
                </a:lnTo>
                <a:lnTo>
                  <a:pt x="689500" y="422805"/>
                </a:lnTo>
                <a:lnTo>
                  <a:pt x="705377" y="399258"/>
                </a:lnTo>
                <a:lnTo>
                  <a:pt x="711200" y="370420"/>
                </a:lnTo>
                <a:lnTo>
                  <a:pt x="711200" y="74091"/>
                </a:lnTo>
                <a:lnTo>
                  <a:pt x="705377" y="45252"/>
                </a:lnTo>
                <a:lnTo>
                  <a:pt x="689500" y="21701"/>
                </a:lnTo>
                <a:lnTo>
                  <a:pt x="665953" y="5822"/>
                </a:lnTo>
                <a:lnTo>
                  <a:pt x="63712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3037942" y="5230573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2209800" y="3276601"/>
            <a:ext cx="749300" cy="419100"/>
          </a:xfrm>
          <a:custGeom>
            <a:avLst/>
            <a:gdLst/>
            <a:ahLst/>
            <a:cxnLst/>
            <a:rect l="l" t="t" r="r" b="b"/>
            <a:pathLst>
              <a:path w="749300" h="419100" extrusionOk="0">
                <a:moveTo>
                  <a:pt x="679450" y="0"/>
                </a:moveTo>
                <a:lnTo>
                  <a:pt x="69850" y="0"/>
                </a:lnTo>
                <a:lnTo>
                  <a:pt x="42658" y="5488"/>
                </a:lnTo>
                <a:lnTo>
                  <a:pt x="20456" y="20456"/>
                </a:lnTo>
                <a:lnTo>
                  <a:pt x="5488" y="4265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35"/>
                </a:lnTo>
                <a:lnTo>
                  <a:pt x="20456" y="398638"/>
                </a:lnTo>
                <a:lnTo>
                  <a:pt x="42658" y="413609"/>
                </a:lnTo>
                <a:lnTo>
                  <a:pt x="69850" y="419100"/>
                </a:lnTo>
                <a:lnTo>
                  <a:pt x="679450" y="419100"/>
                </a:lnTo>
                <a:lnTo>
                  <a:pt x="706635" y="413609"/>
                </a:lnTo>
                <a:lnTo>
                  <a:pt x="728838" y="398638"/>
                </a:lnTo>
                <a:lnTo>
                  <a:pt x="743809" y="376435"/>
                </a:lnTo>
                <a:lnTo>
                  <a:pt x="749300" y="349250"/>
                </a:lnTo>
                <a:lnTo>
                  <a:pt x="749300" y="69850"/>
                </a:lnTo>
                <a:lnTo>
                  <a:pt x="743809" y="42658"/>
                </a:lnTo>
                <a:lnTo>
                  <a:pt x="728838" y="20456"/>
                </a:lnTo>
                <a:lnTo>
                  <a:pt x="706635" y="5488"/>
                </a:lnTo>
                <a:lnTo>
                  <a:pt x="6794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2418144" y="3287109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5384800" y="4254497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 extrusionOk="0">
                <a:moveTo>
                  <a:pt x="670979" y="0"/>
                </a:moveTo>
                <a:lnTo>
                  <a:pt x="78320" y="0"/>
                </a:lnTo>
                <a:lnTo>
                  <a:pt x="47834" y="6154"/>
                </a:lnTo>
                <a:lnTo>
                  <a:pt x="22939" y="22939"/>
                </a:lnTo>
                <a:lnTo>
                  <a:pt x="6154" y="47834"/>
                </a:lnTo>
                <a:lnTo>
                  <a:pt x="0" y="78320"/>
                </a:lnTo>
                <a:lnTo>
                  <a:pt x="0" y="391579"/>
                </a:lnTo>
                <a:lnTo>
                  <a:pt x="6154" y="422065"/>
                </a:lnTo>
                <a:lnTo>
                  <a:pt x="22939" y="446960"/>
                </a:lnTo>
                <a:lnTo>
                  <a:pt x="47834" y="463745"/>
                </a:lnTo>
                <a:lnTo>
                  <a:pt x="78320" y="469900"/>
                </a:lnTo>
                <a:lnTo>
                  <a:pt x="670979" y="469900"/>
                </a:lnTo>
                <a:lnTo>
                  <a:pt x="701465" y="463745"/>
                </a:lnTo>
                <a:lnTo>
                  <a:pt x="726360" y="446960"/>
                </a:lnTo>
                <a:lnTo>
                  <a:pt x="743145" y="422065"/>
                </a:lnTo>
                <a:lnTo>
                  <a:pt x="749300" y="391579"/>
                </a:lnTo>
                <a:lnTo>
                  <a:pt x="749300" y="78320"/>
                </a:lnTo>
                <a:lnTo>
                  <a:pt x="743145" y="47834"/>
                </a:lnTo>
                <a:lnTo>
                  <a:pt x="726360" y="22939"/>
                </a:lnTo>
                <a:lnTo>
                  <a:pt x="701465" y="6154"/>
                </a:lnTo>
                <a:lnTo>
                  <a:pt x="670979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5572843" y="4291947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2299512" y="2718569"/>
            <a:ext cx="540139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4501371" y="2718569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5626285" y="3657150"/>
            <a:ext cx="7150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3267133" y="3692100"/>
            <a:ext cx="15024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2758930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4705382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6549400" y="1592849"/>
            <a:ext cx="191278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7"/>
          <p:cNvSpPr txBox="1"/>
          <p:nvPr/>
        </p:nvSpPr>
        <p:spPr>
          <a:xfrm>
            <a:off x="2299512" y="1499181"/>
            <a:ext cx="292163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 from the root of tree.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2" name="Google Shape;362;p17"/>
          <p:cNvGraphicFramePr/>
          <p:nvPr/>
        </p:nvGraphicFramePr>
        <p:xfrm>
          <a:off x="6549400" y="2041650"/>
          <a:ext cx="3146900" cy="89422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73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150"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Refund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Marital Status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Taxable Income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Cheat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075"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Married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80K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45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49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63" name="Google Shape;363;p17"/>
          <p:cNvCxnSpPr>
            <a:stCxn id="361" idx="2"/>
          </p:cNvCxnSpPr>
          <p:nvPr/>
        </p:nvCxnSpPr>
        <p:spPr>
          <a:xfrm flipH="1">
            <a:off x="3756129" y="1829381"/>
            <a:ext cx="4200" cy="447600"/>
          </a:xfrm>
          <a:prstGeom prst="straightConnector1">
            <a:avLst/>
          </a:prstGeom>
          <a:noFill/>
          <a:ln w="9525" cap="flat" cmpd="sng">
            <a:solidFill>
              <a:srgbClr val="31313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/>
              <a:t>Decision Tree for Tax Fraud Detection</a:t>
            </a:r>
            <a:endParaRPr sz="4000"/>
          </a:p>
        </p:txBody>
      </p:sp>
      <p:sp>
        <p:nvSpPr>
          <p:cNvPr id="369" name="Google Shape;369;p18"/>
          <p:cNvSpPr/>
          <p:nvPr/>
        </p:nvSpPr>
        <p:spPr>
          <a:xfrm>
            <a:off x="4420073" y="4550531"/>
            <a:ext cx="279400" cy="650240"/>
          </a:xfrm>
          <a:custGeom>
            <a:avLst/>
            <a:gdLst/>
            <a:ahLst/>
            <a:cxnLst/>
            <a:rect l="l" t="t" r="r" b="b"/>
            <a:pathLst>
              <a:path w="279400" h="650239" extrusionOk="0">
                <a:moveTo>
                  <a:pt x="11747" y="0"/>
                </a:moveTo>
                <a:lnTo>
                  <a:pt x="0" y="4838"/>
                </a:lnTo>
                <a:lnTo>
                  <a:pt x="237693" y="582079"/>
                </a:lnTo>
                <a:lnTo>
                  <a:pt x="208330" y="594169"/>
                </a:lnTo>
                <a:lnTo>
                  <a:pt x="272580" y="650113"/>
                </a:lnTo>
                <a:lnTo>
                  <a:pt x="277906" y="577240"/>
                </a:lnTo>
                <a:lnTo>
                  <a:pt x="249428" y="577240"/>
                </a:lnTo>
                <a:lnTo>
                  <a:pt x="11747" y="0"/>
                </a:lnTo>
                <a:close/>
              </a:path>
              <a:path w="279400" h="650239" extrusionOk="0">
                <a:moveTo>
                  <a:pt x="278790" y="565150"/>
                </a:moveTo>
                <a:lnTo>
                  <a:pt x="249428" y="577240"/>
                </a:lnTo>
                <a:lnTo>
                  <a:pt x="277906" y="577240"/>
                </a:lnTo>
                <a:lnTo>
                  <a:pt x="278790" y="565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3194047" y="4549895"/>
            <a:ext cx="361315" cy="650875"/>
          </a:xfrm>
          <a:custGeom>
            <a:avLst/>
            <a:gdLst/>
            <a:ahLst/>
            <a:cxnLst/>
            <a:rect l="l" t="t" r="r" b="b"/>
            <a:pathLst>
              <a:path w="361314" h="650875" extrusionOk="0">
                <a:moveTo>
                  <a:pt x="3276" y="565619"/>
                </a:moveTo>
                <a:lnTo>
                  <a:pt x="0" y="650760"/>
                </a:lnTo>
                <a:lnTo>
                  <a:pt x="70078" y="602297"/>
                </a:lnTo>
                <a:lnTo>
                  <a:pt x="42240" y="587019"/>
                </a:lnTo>
                <a:lnTo>
                  <a:pt x="45601" y="580897"/>
                </a:lnTo>
                <a:lnTo>
                  <a:pt x="31115" y="580897"/>
                </a:lnTo>
                <a:lnTo>
                  <a:pt x="3276" y="565619"/>
                </a:lnTo>
                <a:close/>
              </a:path>
              <a:path w="361314" h="650875" extrusionOk="0">
                <a:moveTo>
                  <a:pt x="350037" y="0"/>
                </a:moveTo>
                <a:lnTo>
                  <a:pt x="31115" y="580897"/>
                </a:lnTo>
                <a:lnTo>
                  <a:pt x="45601" y="580897"/>
                </a:lnTo>
                <a:lnTo>
                  <a:pt x="361175" y="6108"/>
                </a:lnTo>
                <a:lnTo>
                  <a:pt x="35003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3892547" y="3584157"/>
            <a:ext cx="450215" cy="651510"/>
          </a:xfrm>
          <a:custGeom>
            <a:avLst/>
            <a:gdLst/>
            <a:ahLst/>
            <a:cxnLst/>
            <a:rect l="l" t="t" r="r" b="b"/>
            <a:pathLst>
              <a:path w="450214" h="651510" extrusionOk="0">
                <a:moveTo>
                  <a:pt x="11709" y="566902"/>
                </a:moveTo>
                <a:lnTo>
                  <a:pt x="0" y="651294"/>
                </a:lnTo>
                <a:lnTo>
                  <a:pt x="74536" y="610019"/>
                </a:lnTo>
                <a:lnTo>
                  <a:pt x="48361" y="592061"/>
                </a:lnTo>
                <a:lnTo>
                  <a:pt x="53294" y="584873"/>
                </a:lnTo>
                <a:lnTo>
                  <a:pt x="37884" y="584873"/>
                </a:lnTo>
                <a:lnTo>
                  <a:pt x="11709" y="566902"/>
                </a:lnTo>
                <a:close/>
              </a:path>
              <a:path w="450214" h="651510" extrusionOk="0">
                <a:moveTo>
                  <a:pt x="439267" y="0"/>
                </a:moveTo>
                <a:lnTo>
                  <a:pt x="37884" y="584873"/>
                </a:lnTo>
                <a:lnTo>
                  <a:pt x="53294" y="584873"/>
                </a:lnTo>
                <a:lnTo>
                  <a:pt x="449745" y="7188"/>
                </a:lnTo>
                <a:lnTo>
                  <a:pt x="4392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5221147" y="3583713"/>
            <a:ext cx="538480" cy="652145"/>
          </a:xfrm>
          <a:custGeom>
            <a:avLst/>
            <a:gdLst/>
            <a:ahLst/>
            <a:cxnLst/>
            <a:rect l="l" t="t" r="r" b="b"/>
            <a:pathLst>
              <a:path w="538479" h="652145" extrusionOk="0">
                <a:moveTo>
                  <a:pt x="9804" y="0"/>
                </a:moveTo>
                <a:lnTo>
                  <a:pt x="0" y="8077"/>
                </a:lnTo>
                <a:lnTo>
                  <a:pt x="484962" y="596950"/>
                </a:lnTo>
                <a:lnTo>
                  <a:pt x="460451" y="617131"/>
                </a:lnTo>
                <a:lnTo>
                  <a:pt x="538302" y="651738"/>
                </a:lnTo>
                <a:lnTo>
                  <a:pt x="523900" y="588873"/>
                </a:lnTo>
                <a:lnTo>
                  <a:pt x="494766" y="588873"/>
                </a:lnTo>
                <a:lnTo>
                  <a:pt x="9804" y="0"/>
                </a:lnTo>
                <a:close/>
              </a:path>
              <a:path w="538479" h="652145" extrusionOk="0">
                <a:moveTo>
                  <a:pt x="519277" y="568693"/>
                </a:moveTo>
                <a:lnTo>
                  <a:pt x="494766" y="588873"/>
                </a:lnTo>
                <a:lnTo>
                  <a:pt x="523900" y="588873"/>
                </a:lnTo>
                <a:lnTo>
                  <a:pt x="519277" y="5686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4066060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8585" y="0"/>
                </a:moveTo>
                <a:lnTo>
                  <a:pt x="0" y="9359"/>
                </a:lnTo>
                <a:lnTo>
                  <a:pt x="566166" y="529310"/>
                </a:lnTo>
                <a:lnTo>
                  <a:pt x="544690" y="552704"/>
                </a:lnTo>
                <a:lnTo>
                  <a:pt x="626592" y="576173"/>
                </a:lnTo>
                <a:lnTo>
                  <a:pt x="605159" y="519963"/>
                </a:lnTo>
                <a:lnTo>
                  <a:pt x="574763" y="519963"/>
                </a:lnTo>
                <a:lnTo>
                  <a:pt x="8585" y="0"/>
                </a:lnTo>
                <a:close/>
              </a:path>
              <a:path w="626744" h="576579" extrusionOk="0">
                <a:moveTo>
                  <a:pt x="596239" y="496570"/>
                </a:moveTo>
                <a:lnTo>
                  <a:pt x="574763" y="519963"/>
                </a:lnTo>
                <a:lnTo>
                  <a:pt x="605159" y="519963"/>
                </a:lnTo>
                <a:lnTo>
                  <a:pt x="596239" y="4965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2571748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30353" y="496570"/>
                </a:moveTo>
                <a:lnTo>
                  <a:pt x="0" y="576173"/>
                </a:lnTo>
                <a:lnTo>
                  <a:pt x="81902" y="552704"/>
                </a:lnTo>
                <a:lnTo>
                  <a:pt x="60426" y="529310"/>
                </a:lnTo>
                <a:lnTo>
                  <a:pt x="70604" y="519963"/>
                </a:lnTo>
                <a:lnTo>
                  <a:pt x="51828" y="519963"/>
                </a:lnTo>
                <a:lnTo>
                  <a:pt x="30353" y="496570"/>
                </a:lnTo>
                <a:close/>
              </a:path>
              <a:path w="626744" h="576579" extrusionOk="0">
                <a:moveTo>
                  <a:pt x="618007" y="0"/>
                </a:moveTo>
                <a:lnTo>
                  <a:pt x="51828" y="519963"/>
                </a:lnTo>
                <a:lnTo>
                  <a:pt x="70604" y="519963"/>
                </a:lnTo>
                <a:lnTo>
                  <a:pt x="626592" y="9359"/>
                </a:lnTo>
                <a:lnTo>
                  <a:pt x="6180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8"/>
          <p:cNvSpPr txBox="1"/>
          <p:nvPr/>
        </p:nvSpPr>
        <p:spPr>
          <a:xfrm>
            <a:off x="3143250" y="2368550"/>
            <a:ext cx="10160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9350" rIns="0" bIns="0" anchor="t" anchorCtr="0">
            <a:noAutofit/>
          </a:bodyPr>
          <a:lstStyle/>
          <a:p>
            <a:pPr marL="151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4248150" y="3257550"/>
            <a:ext cx="1028700" cy="3556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1900" rIns="0" bIns="0" anchor="t" anchorCtr="0">
            <a:noAutofit/>
          </a:bodyPr>
          <a:lstStyle/>
          <a:p>
            <a:pPr marL="22669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8"/>
          <p:cNvSpPr txBox="1"/>
          <p:nvPr/>
        </p:nvSpPr>
        <p:spPr>
          <a:xfrm>
            <a:off x="3460750" y="4235450"/>
            <a:ext cx="10541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175" rIns="0" bIns="0" anchor="t" anchorCtr="0">
            <a:noAutofit/>
          </a:bodyPr>
          <a:lstStyle/>
          <a:p>
            <a:pPr marL="20510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4470400" y="5194301"/>
            <a:ext cx="685800" cy="444500"/>
          </a:xfrm>
          <a:custGeom>
            <a:avLst/>
            <a:gdLst/>
            <a:ahLst/>
            <a:cxnLst/>
            <a:rect l="l" t="t" r="r" b="b"/>
            <a:pathLst>
              <a:path w="685800" h="444500" extrusionOk="0">
                <a:moveTo>
                  <a:pt x="611263" y="0"/>
                </a:moveTo>
                <a:lnTo>
                  <a:pt x="74536" y="0"/>
                </a:lnTo>
                <a:lnTo>
                  <a:pt x="45525" y="5858"/>
                </a:lnTo>
                <a:lnTo>
                  <a:pt x="21832" y="21832"/>
                </a:lnTo>
                <a:lnTo>
                  <a:pt x="5858" y="45525"/>
                </a:lnTo>
                <a:lnTo>
                  <a:pt x="0" y="74536"/>
                </a:lnTo>
                <a:lnTo>
                  <a:pt x="0" y="369963"/>
                </a:lnTo>
                <a:lnTo>
                  <a:pt x="5858" y="398974"/>
                </a:lnTo>
                <a:lnTo>
                  <a:pt x="21832" y="422667"/>
                </a:lnTo>
                <a:lnTo>
                  <a:pt x="45525" y="438641"/>
                </a:lnTo>
                <a:lnTo>
                  <a:pt x="74536" y="444500"/>
                </a:lnTo>
                <a:lnTo>
                  <a:pt x="611263" y="444500"/>
                </a:lnTo>
                <a:lnTo>
                  <a:pt x="640274" y="438641"/>
                </a:lnTo>
                <a:lnTo>
                  <a:pt x="663967" y="422667"/>
                </a:lnTo>
                <a:lnTo>
                  <a:pt x="679941" y="398974"/>
                </a:lnTo>
                <a:lnTo>
                  <a:pt x="685800" y="369963"/>
                </a:lnTo>
                <a:lnTo>
                  <a:pt x="685800" y="74536"/>
                </a:lnTo>
                <a:lnTo>
                  <a:pt x="679941" y="45525"/>
                </a:lnTo>
                <a:lnTo>
                  <a:pt x="663967" y="21832"/>
                </a:lnTo>
                <a:lnTo>
                  <a:pt x="640274" y="5858"/>
                </a:lnTo>
                <a:lnTo>
                  <a:pt x="611263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8"/>
          <p:cNvSpPr txBox="1"/>
          <p:nvPr/>
        </p:nvSpPr>
        <p:spPr>
          <a:xfrm>
            <a:off x="4543524" y="5226678"/>
            <a:ext cx="4305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2832100" y="5219693"/>
            <a:ext cx="711200" cy="444500"/>
          </a:xfrm>
          <a:custGeom>
            <a:avLst/>
            <a:gdLst/>
            <a:ahLst/>
            <a:cxnLst/>
            <a:rect l="l" t="t" r="r" b="b"/>
            <a:pathLst>
              <a:path w="711200" h="444500" extrusionOk="0">
                <a:moveTo>
                  <a:pt x="637120" y="0"/>
                </a:moveTo>
                <a:lnTo>
                  <a:pt x="74091" y="0"/>
                </a:lnTo>
                <a:lnTo>
                  <a:pt x="45252" y="5822"/>
                </a:lnTo>
                <a:lnTo>
                  <a:pt x="21701" y="21701"/>
                </a:lnTo>
                <a:lnTo>
                  <a:pt x="5822" y="45252"/>
                </a:lnTo>
                <a:lnTo>
                  <a:pt x="0" y="74091"/>
                </a:lnTo>
                <a:lnTo>
                  <a:pt x="0" y="370420"/>
                </a:lnTo>
                <a:lnTo>
                  <a:pt x="5822" y="399258"/>
                </a:lnTo>
                <a:lnTo>
                  <a:pt x="21701" y="422805"/>
                </a:lnTo>
                <a:lnTo>
                  <a:pt x="45252" y="438679"/>
                </a:lnTo>
                <a:lnTo>
                  <a:pt x="74091" y="444499"/>
                </a:lnTo>
                <a:lnTo>
                  <a:pt x="637120" y="444499"/>
                </a:lnTo>
                <a:lnTo>
                  <a:pt x="665953" y="438679"/>
                </a:lnTo>
                <a:lnTo>
                  <a:pt x="689500" y="422805"/>
                </a:lnTo>
                <a:lnTo>
                  <a:pt x="705377" y="399258"/>
                </a:lnTo>
                <a:lnTo>
                  <a:pt x="711200" y="370420"/>
                </a:lnTo>
                <a:lnTo>
                  <a:pt x="711200" y="74091"/>
                </a:lnTo>
                <a:lnTo>
                  <a:pt x="705377" y="45252"/>
                </a:lnTo>
                <a:lnTo>
                  <a:pt x="689500" y="21701"/>
                </a:lnTo>
                <a:lnTo>
                  <a:pt x="665953" y="5822"/>
                </a:lnTo>
                <a:lnTo>
                  <a:pt x="63712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8"/>
          <p:cNvSpPr txBox="1"/>
          <p:nvPr/>
        </p:nvSpPr>
        <p:spPr>
          <a:xfrm>
            <a:off x="3037942" y="5230573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2209800" y="3276601"/>
            <a:ext cx="749300" cy="419100"/>
          </a:xfrm>
          <a:custGeom>
            <a:avLst/>
            <a:gdLst/>
            <a:ahLst/>
            <a:cxnLst/>
            <a:rect l="l" t="t" r="r" b="b"/>
            <a:pathLst>
              <a:path w="749300" h="419100" extrusionOk="0">
                <a:moveTo>
                  <a:pt x="679450" y="0"/>
                </a:moveTo>
                <a:lnTo>
                  <a:pt x="69850" y="0"/>
                </a:lnTo>
                <a:lnTo>
                  <a:pt x="42658" y="5488"/>
                </a:lnTo>
                <a:lnTo>
                  <a:pt x="20456" y="20456"/>
                </a:lnTo>
                <a:lnTo>
                  <a:pt x="5488" y="4265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35"/>
                </a:lnTo>
                <a:lnTo>
                  <a:pt x="20456" y="398638"/>
                </a:lnTo>
                <a:lnTo>
                  <a:pt x="42658" y="413609"/>
                </a:lnTo>
                <a:lnTo>
                  <a:pt x="69850" y="419100"/>
                </a:lnTo>
                <a:lnTo>
                  <a:pt x="679450" y="419100"/>
                </a:lnTo>
                <a:lnTo>
                  <a:pt x="706635" y="413609"/>
                </a:lnTo>
                <a:lnTo>
                  <a:pt x="728838" y="398638"/>
                </a:lnTo>
                <a:lnTo>
                  <a:pt x="743809" y="376435"/>
                </a:lnTo>
                <a:lnTo>
                  <a:pt x="749300" y="349250"/>
                </a:lnTo>
                <a:lnTo>
                  <a:pt x="749300" y="69850"/>
                </a:lnTo>
                <a:lnTo>
                  <a:pt x="743809" y="42658"/>
                </a:lnTo>
                <a:lnTo>
                  <a:pt x="728838" y="20456"/>
                </a:lnTo>
                <a:lnTo>
                  <a:pt x="706635" y="5488"/>
                </a:lnTo>
                <a:lnTo>
                  <a:pt x="6794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8"/>
          <p:cNvSpPr txBox="1"/>
          <p:nvPr/>
        </p:nvSpPr>
        <p:spPr>
          <a:xfrm>
            <a:off x="2418144" y="3287109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5384800" y="4254497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 extrusionOk="0">
                <a:moveTo>
                  <a:pt x="670979" y="0"/>
                </a:moveTo>
                <a:lnTo>
                  <a:pt x="78320" y="0"/>
                </a:lnTo>
                <a:lnTo>
                  <a:pt x="47834" y="6154"/>
                </a:lnTo>
                <a:lnTo>
                  <a:pt x="22939" y="22939"/>
                </a:lnTo>
                <a:lnTo>
                  <a:pt x="6154" y="47834"/>
                </a:lnTo>
                <a:lnTo>
                  <a:pt x="0" y="78320"/>
                </a:lnTo>
                <a:lnTo>
                  <a:pt x="0" y="391579"/>
                </a:lnTo>
                <a:lnTo>
                  <a:pt x="6154" y="422065"/>
                </a:lnTo>
                <a:lnTo>
                  <a:pt x="22939" y="446960"/>
                </a:lnTo>
                <a:lnTo>
                  <a:pt x="47834" y="463745"/>
                </a:lnTo>
                <a:lnTo>
                  <a:pt x="78320" y="469900"/>
                </a:lnTo>
                <a:lnTo>
                  <a:pt x="670979" y="469900"/>
                </a:lnTo>
                <a:lnTo>
                  <a:pt x="701465" y="463745"/>
                </a:lnTo>
                <a:lnTo>
                  <a:pt x="726360" y="446960"/>
                </a:lnTo>
                <a:lnTo>
                  <a:pt x="743145" y="422065"/>
                </a:lnTo>
                <a:lnTo>
                  <a:pt x="749300" y="391579"/>
                </a:lnTo>
                <a:lnTo>
                  <a:pt x="749300" y="78320"/>
                </a:lnTo>
                <a:lnTo>
                  <a:pt x="743145" y="47834"/>
                </a:lnTo>
                <a:lnTo>
                  <a:pt x="726360" y="22939"/>
                </a:lnTo>
                <a:lnTo>
                  <a:pt x="701465" y="6154"/>
                </a:lnTo>
                <a:lnTo>
                  <a:pt x="670979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8"/>
          <p:cNvSpPr txBox="1"/>
          <p:nvPr/>
        </p:nvSpPr>
        <p:spPr>
          <a:xfrm>
            <a:off x="5572843" y="4291947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8"/>
          <p:cNvSpPr txBox="1"/>
          <p:nvPr/>
        </p:nvSpPr>
        <p:spPr>
          <a:xfrm>
            <a:off x="2299512" y="2718569"/>
            <a:ext cx="540139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8"/>
          <p:cNvSpPr txBox="1"/>
          <p:nvPr/>
        </p:nvSpPr>
        <p:spPr>
          <a:xfrm>
            <a:off x="4501371" y="2718569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8"/>
          <p:cNvSpPr txBox="1"/>
          <p:nvPr/>
        </p:nvSpPr>
        <p:spPr>
          <a:xfrm>
            <a:off x="5626285" y="3657150"/>
            <a:ext cx="7150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8"/>
          <p:cNvSpPr txBox="1"/>
          <p:nvPr/>
        </p:nvSpPr>
        <p:spPr>
          <a:xfrm>
            <a:off x="3267133" y="3692100"/>
            <a:ext cx="15024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8"/>
          <p:cNvSpPr txBox="1"/>
          <p:nvPr/>
        </p:nvSpPr>
        <p:spPr>
          <a:xfrm>
            <a:off x="2758930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8"/>
          <p:cNvSpPr txBox="1"/>
          <p:nvPr/>
        </p:nvSpPr>
        <p:spPr>
          <a:xfrm>
            <a:off x="4705382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8"/>
          <p:cNvSpPr txBox="1"/>
          <p:nvPr/>
        </p:nvSpPr>
        <p:spPr>
          <a:xfrm>
            <a:off x="6549400" y="1592849"/>
            <a:ext cx="191278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3" name="Google Shape;393;p18"/>
          <p:cNvGraphicFramePr/>
          <p:nvPr/>
        </p:nvGraphicFramePr>
        <p:xfrm>
          <a:off x="6549400" y="2041650"/>
          <a:ext cx="3146900" cy="89422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73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150"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Refund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Marital Status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Taxable Income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Cheat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075"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Married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80K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45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49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4" name="Google Shape;394;p18"/>
          <p:cNvCxnSpPr/>
          <p:nvPr/>
        </p:nvCxnSpPr>
        <p:spPr>
          <a:xfrm rot="10800000" flipH="1">
            <a:off x="4248150" y="2151529"/>
            <a:ext cx="2233332" cy="217021"/>
          </a:xfrm>
          <a:prstGeom prst="straightConnector1">
            <a:avLst/>
          </a:prstGeom>
          <a:noFill/>
          <a:ln w="9525" cap="flat" cmpd="sng">
            <a:solidFill>
              <a:srgbClr val="31313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9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/>
              <a:t>Decision Tree for Tax Fraud Detection</a:t>
            </a:r>
            <a:endParaRPr sz="4000"/>
          </a:p>
        </p:txBody>
      </p:sp>
      <p:sp>
        <p:nvSpPr>
          <p:cNvPr id="400" name="Google Shape;400;p19"/>
          <p:cNvSpPr/>
          <p:nvPr/>
        </p:nvSpPr>
        <p:spPr>
          <a:xfrm>
            <a:off x="4420073" y="4550531"/>
            <a:ext cx="279400" cy="650240"/>
          </a:xfrm>
          <a:custGeom>
            <a:avLst/>
            <a:gdLst/>
            <a:ahLst/>
            <a:cxnLst/>
            <a:rect l="l" t="t" r="r" b="b"/>
            <a:pathLst>
              <a:path w="279400" h="650239" extrusionOk="0">
                <a:moveTo>
                  <a:pt x="11747" y="0"/>
                </a:moveTo>
                <a:lnTo>
                  <a:pt x="0" y="4838"/>
                </a:lnTo>
                <a:lnTo>
                  <a:pt x="237693" y="582079"/>
                </a:lnTo>
                <a:lnTo>
                  <a:pt x="208330" y="594169"/>
                </a:lnTo>
                <a:lnTo>
                  <a:pt x="272580" y="650113"/>
                </a:lnTo>
                <a:lnTo>
                  <a:pt x="277906" y="577240"/>
                </a:lnTo>
                <a:lnTo>
                  <a:pt x="249428" y="577240"/>
                </a:lnTo>
                <a:lnTo>
                  <a:pt x="11747" y="0"/>
                </a:lnTo>
                <a:close/>
              </a:path>
              <a:path w="279400" h="650239" extrusionOk="0">
                <a:moveTo>
                  <a:pt x="278790" y="565150"/>
                </a:moveTo>
                <a:lnTo>
                  <a:pt x="249428" y="577240"/>
                </a:lnTo>
                <a:lnTo>
                  <a:pt x="277906" y="577240"/>
                </a:lnTo>
                <a:lnTo>
                  <a:pt x="278790" y="565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3194047" y="4549895"/>
            <a:ext cx="361315" cy="650875"/>
          </a:xfrm>
          <a:custGeom>
            <a:avLst/>
            <a:gdLst/>
            <a:ahLst/>
            <a:cxnLst/>
            <a:rect l="l" t="t" r="r" b="b"/>
            <a:pathLst>
              <a:path w="361314" h="650875" extrusionOk="0">
                <a:moveTo>
                  <a:pt x="3276" y="565619"/>
                </a:moveTo>
                <a:lnTo>
                  <a:pt x="0" y="650760"/>
                </a:lnTo>
                <a:lnTo>
                  <a:pt x="70078" y="602297"/>
                </a:lnTo>
                <a:lnTo>
                  <a:pt x="42240" y="587019"/>
                </a:lnTo>
                <a:lnTo>
                  <a:pt x="45601" y="580897"/>
                </a:lnTo>
                <a:lnTo>
                  <a:pt x="31115" y="580897"/>
                </a:lnTo>
                <a:lnTo>
                  <a:pt x="3276" y="565619"/>
                </a:lnTo>
                <a:close/>
              </a:path>
              <a:path w="361314" h="650875" extrusionOk="0">
                <a:moveTo>
                  <a:pt x="350037" y="0"/>
                </a:moveTo>
                <a:lnTo>
                  <a:pt x="31115" y="580897"/>
                </a:lnTo>
                <a:lnTo>
                  <a:pt x="45601" y="580897"/>
                </a:lnTo>
                <a:lnTo>
                  <a:pt x="361175" y="6108"/>
                </a:lnTo>
                <a:lnTo>
                  <a:pt x="35003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3892547" y="3584157"/>
            <a:ext cx="450215" cy="651510"/>
          </a:xfrm>
          <a:custGeom>
            <a:avLst/>
            <a:gdLst/>
            <a:ahLst/>
            <a:cxnLst/>
            <a:rect l="l" t="t" r="r" b="b"/>
            <a:pathLst>
              <a:path w="450214" h="651510" extrusionOk="0">
                <a:moveTo>
                  <a:pt x="11709" y="566902"/>
                </a:moveTo>
                <a:lnTo>
                  <a:pt x="0" y="651294"/>
                </a:lnTo>
                <a:lnTo>
                  <a:pt x="74536" y="610019"/>
                </a:lnTo>
                <a:lnTo>
                  <a:pt x="48361" y="592061"/>
                </a:lnTo>
                <a:lnTo>
                  <a:pt x="53294" y="584873"/>
                </a:lnTo>
                <a:lnTo>
                  <a:pt x="37884" y="584873"/>
                </a:lnTo>
                <a:lnTo>
                  <a:pt x="11709" y="566902"/>
                </a:lnTo>
                <a:close/>
              </a:path>
              <a:path w="450214" h="651510" extrusionOk="0">
                <a:moveTo>
                  <a:pt x="439267" y="0"/>
                </a:moveTo>
                <a:lnTo>
                  <a:pt x="37884" y="584873"/>
                </a:lnTo>
                <a:lnTo>
                  <a:pt x="53294" y="584873"/>
                </a:lnTo>
                <a:lnTo>
                  <a:pt x="449745" y="7188"/>
                </a:lnTo>
                <a:lnTo>
                  <a:pt x="4392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5221147" y="3583713"/>
            <a:ext cx="538480" cy="652145"/>
          </a:xfrm>
          <a:custGeom>
            <a:avLst/>
            <a:gdLst/>
            <a:ahLst/>
            <a:cxnLst/>
            <a:rect l="l" t="t" r="r" b="b"/>
            <a:pathLst>
              <a:path w="538479" h="652145" extrusionOk="0">
                <a:moveTo>
                  <a:pt x="9804" y="0"/>
                </a:moveTo>
                <a:lnTo>
                  <a:pt x="0" y="8077"/>
                </a:lnTo>
                <a:lnTo>
                  <a:pt x="484962" y="596950"/>
                </a:lnTo>
                <a:lnTo>
                  <a:pt x="460451" y="617131"/>
                </a:lnTo>
                <a:lnTo>
                  <a:pt x="538302" y="651738"/>
                </a:lnTo>
                <a:lnTo>
                  <a:pt x="523900" y="588873"/>
                </a:lnTo>
                <a:lnTo>
                  <a:pt x="494766" y="588873"/>
                </a:lnTo>
                <a:lnTo>
                  <a:pt x="9804" y="0"/>
                </a:lnTo>
                <a:close/>
              </a:path>
              <a:path w="538479" h="652145" extrusionOk="0">
                <a:moveTo>
                  <a:pt x="519277" y="568693"/>
                </a:moveTo>
                <a:lnTo>
                  <a:pt x="494766" y="588873"/>
                </a:lnTo>
                <a:lnTo>
                  <a:pt x="523900" y="588873"/>
                </a:lnTo>
                <a:lnTo>
                  <a:pt x="519277" y="5686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4066060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8585" y="0"/>
                </a:moveTo>
                <a:lnTo>
                  <a:pt x="0" y="9359"/>
                </a:lnTo>
                <a:lnTo>
                  <a:pt x="566166" y="529310"/>
                </a:lnTo>
                <a:lnTo>
                  <a:pt x="544690" y="552704"/>
                </a:lnTo>
                <a:lnTo>
                  <a:pt x="626592" y="576173"/>
                </a:lnTo>
                <a:lnTo>
                  <a:pt x="605159" y="519963"/>
                </a:lnTo>
                <a:lnTo>
                  <a:pt x="574763" y="519963"/>
                </a:lnTo>
                <a:lnTo>
                  <a:pt x="8585" y="0"/>
                </a:lnTo>
                <a:close/>
              </a:path>
              <a:path w="626744" h="576579" extrusionOk="0">
                <a:moveTo>
                  <a:pt x="596239" y="496570"/>
                </a:moveTo>
                <a:lnTo>
                  <a:pt x="574763" y="519963"/>
                </a:lnTo>
                <a:lnTo>
                  <a:pt x="605159" y="519963"/>
                </a:lnTo>
                <a:lnTo>
                  <a:pt x="596239" y="49657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2571748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30353" y="496570"/>
                </a:moveTo>
                <a:lnTo>
                  <a:pt x="0" y="576173"/>
                </a:lnTo>
                <a:lnTo>
                  <a:pt x="81902" y="552704"/>
                </a:lnTo>
                <a:lnTo>
                  <a:pt x="60426" y="529310"/>
                </a:lnTo>
                <a:lnTo>
                  <a:pt x="70604" y="519963"/>
                </a:lnTo>
                <a:lnTo>
                  <a:pt x="51828" y="519963"/>
                </a:lnTo>
                <a:lnTo>
                  <a:pt x="30353" y="496570"/>
                </a:lnTo>
                <a:close/>
              </a:path>
              <a:path w="626744" h="576579" extrusionOk="0">
                <a:moveTo>
                  <a:pt x="618007" y="0"/>
                </a:moveTo>
                <a:lnTo>
                  <a:pt x="51828" y="519963"/>
                </a:lnTo>
                <a:lnTo>
                  <a:pt x="70604" y="519963"/>
                </a:lnTo>
                <a:lnTo>
                  <a:pt x="626592" y="9359"/>
                </a:lnTo>
                <a:lnTo>
                  <a:pt x="6180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9"/>
          <p:cNvSpPr txBox="1"/>
          <p:nvPr/>
        </p:nvSpPr>
        <p:spPr>
          <a:xfrm>
            <a:off x="3143250" y="2368550"/>
            <a:ext cx="10160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9350" rIns="0" bIns="0" anchor="t" anchorCtr="0">
            <a:noAutofit/>
          </a:bodyPr>
          <a:lstStyle/>
          <a:p>
            <a:pPr marL="151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4248150" y="3257550"/>
            <a:ext cx="1028700" cy="3556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1900" rIns="0" bIns="0" anchor="t" anchorCtr="0">
            <a:noAutofit/>
          </a:bodyPr>
          <a:lstStyle/>
          <a:p>
            <a:pPr marL="22669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9"/>
          <p:cNvSpPr txBox="1"/>
          <p:nvPr/>
        </p:nvSpPr>
        <p:spPr>
          <a:xfrm>
            <a:off x="3460750" y="4235450"/>
            <a:ext cx="10541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175" rIns="0" bIns="0" anchor="t" anchorCtr="0">
            <a:noAutofit/>
          </a:bodyPr>
          <a:lstStyle/>
          <a:p>
            <a:pPr marL="20510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4470400" y="5194301"/>
            <a:ext cx="685800" cy="444500"/>
          </a:xfrm>
          <a:custGeom>
            <a:avLst/>
            <a:gdLst/>
            <a:ahLst/>
            <a:cxnLst/>
            <a:rect l="l" t="t" r="r" b="b"/>
            <a:pathLst>
              <a:path w="685800" h="444500" extrusionOk="0">
                <a:moveTo>
                  <a:pt x="611263" y="0"/>
                </a:moveTo>
                <a:lnTo>
                  <a:pt x="74536" y="0"/>
                </a:lnTo>
                <a:lnTo>
                  <a:pt x="45525" y="5858"/>
                </a:lnTo>
                <a:lnTo>
                  <a:pt x="21832" y="21832"/>
                </a:lnTo>
                <a:lnTo>
                  <a:pt x="5858" y="45525"/>
                </a:lnTo>
                <a:lnTo>
                  <a:pt x="0" y="74536"/>
                </a:lnTo>
                <a:lnTo>
                  <a:pt x="0" y="369963"/>
                </a:lnTo>
                <a:lnTo>
                  <a:pt x="5858" y="398974"/>
                </a:lnTo>
                <a:lnTo>
                  <a:pt x="21832" y="422667"/>
                </a:lnTo>
                <a:lnTo>
                  <a:pt x="45525" y="438641"/>
                </a:lnTo>
                <a:lnTo>
                  <a:pt x="74536" y="444500"/>
                </a:lnTo>
                <a:lnTo>
                  <a:pt x="611263" y="444500"/>
                </a:lnTo>
                <a:lnTo>
                  <a:pt x="640274" y="438641"/>
                </a:lnTo>
                <a:lnTo>
                  <a:pt x="663967" y="422667"/>
                </a:lnTo>
                <a:lnTo>
                  <a:pt x="679941" y="398974"/>
                </a:lnTo>
                <a:lnTo>
                  <a:pt x="685800" y="369963"/>
                </a:lnTo>
                <a:lnTo>
                  <a:pt x="685800" y="74536"/>
                </a:lnTo>
                <a:lnTo>
                  <a:pt x="679941" y="45525"/>
                </a:lnTo>
                <a:lnTo>
                  <a:pt x="663967" y="21832"/>
                </a:lnTo>
                <a:lnTo>
                  <a:pt x="640274" y="5858"/>
                </a:lnTo>
                <a:lnTo>
                  <a:pt x="611263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9"/>
          <p:cNvSpPr txBox="1"/>
          <p:nvPr/>
        </p:nvSpPr>
        <p:spPr>
          <a:xfrm>
            <a:off x="4543524" y="5226678"/>
            <a:ext cx="4305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2832100" y="5219693"/>
            <a:ext cx="711200" cy="444500"/>
          </a:xfrm>
          <a:custGeom>
            <a:avLst/>
            <a:gdLst/>
            <a:ahLst/>
            <a:cxnLst/>
            <a:rect l="l" t="t" r="r" b="b"/>
            <a:pathLst>
              <a:path w="711200" h="444500" extrusionOk="0">
                <a:moveTo>
                  <a:pt x="637120" y="0"/>
                </a:moveTo>
                <a:lnTo>
                  <a:pt x="74091" y="0"/>
                </a:lnTo>
                <a:lnTo>
                  <a:pt x="45252" y="5822"/>
                </a:lnTo>
                <a:lnTo>
                  <a:pt x="21701" y="21701"/>
                </a:lnTo>
                <a:lnTo>
                  <a:pt x="5822" y="45252"/>
                </a:lnTo>
                <a:lnTo>
                  <a:pt x="0" y="74091"/>
                </a:lnTo>
                <a:lnTo>
                  <a:pt x="0" y="370420"/>
                </a:lnTo>
                <a:lnTo>
                  <a:pt x="5822" y="399258"/>
                </a:lnTo>
                <a:lnTo>
                  <a:pt x="21701" y="422805"/>
                </a:lnTo>
                <a:lnTo>
                  <a:pt x="45252" y="438679"/>
                </a:lnTo>
                <a:lnTo>
                  <a:pt x="74091" y="444499"/>
                </a:lnTo>
                <a:lnTo>
                  <a:pt x="637120" y="444499"/>
                </a:lnTo>
                <a:lnTo>
                  <a:pt x="665953" y="438679"/>
                </a:lnTo>
                <a:lnTo>
                  <a:pt x="689500" y="422805"/>
                </a:lnTo>
                <a:lnTo>
                  <a:pt x="705377" y="399258"/>
                </a:lnTo>
                <a:lnTo>
                  <a:pt x="711200" y="370420"/>
                </a:lnTo>
                <a:lnTo>
                  <a:pt x="711200" y="74091"/>
                </a:lnTo>
                <a:lnTo>
                  <a:pt x="705377" y="45252"/>
                </a:lnTo>
                <a:lnTo>
                  <a:pt x="689500" y="21701"/>
                </a:lnTo>
                <a:lnTo>
                  <a:pt x="665953" y="5822"/>
                </a:lnTo>
                <a:lnTo>
                  <a:pt x="63712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9"/>
          <p:cNvSpPr txBox="1"/>
          <p:nvPr/>
        </p:nvSpPr>
        <p:spPr>
          <a:xfrm>
            <a:off x="3037942" y="5230573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2209800" y="3276601"/>
            <a:ext cx="749300" cy="419100"/>
          </a:xfrm>
          <a:custGeom>
            <a:avLst/>
            <a:gdLst/>
            <a:ahLst/>
            <a:cxnLst/>
            <a:rect l="l" t="t" r="r" b="b"/>
            <a:pathLst>
              <a:path w="749300" h="419100" extrusionOk="0">
                <a:moveTo>
                  <a:pt x="679450" y="0"/>
                </a:moveTo>
                <a:lnTo>
                  <a:pt x="69850" y="0"/>
                </a:lnTo>
                <a:lnTo>
                  <a:pt x="42658" y="5488"/>
                </a:lnTo>
                <a:lnTo>
                  <a:pt x="20456" y="20456"/>
                </a:lnTo>
                <a:lnTo>
                  <a:pt x="5488" y="4265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35"/>
                </a:lnTo>
                <a:lnTo>
                  <a:pt x="20456" y="398638"/>
                </a:lnTo>
                <a:lnTo>
                  <a:pt x="42658" y="413609"/>
                </a:lnTo>
                <a:lnTo>
                  <a:pt x="69850" y="419100"/>
                </a:lnTo>
                <a:lnTo>
                  <a:pt x="679450" y="419100"/>
                </a:lnTo>
                <a:lnTo>
                  <a:pt x="706635" y="413609"/>
                </a:lnTo>
                <a:lnTo>
                  <a:pt x="728838" y="398638"/>
                </a:lnTo>
                <a:lnTo>
                  <a:pt x="743809" y="376435"/>
                </a:lnTo>
                <a:lnTo>
                  <a:pt x="749300" y="349250"/>
                </a:lnTo>
                <a:lnTo>
                  <a:pt x="749300" y="69850"/>
                </a:lnTo>
                <a:lnTo>
                  <a:pt x="743809" y="42658"/>
                </a:lnTo>
                <a:lnTo>
                  <a:pt x="728838" y="20456"/>
                </a:lnTo>
                <a:lnTo>
                  <a:pt x="706635" y="5488"/>
                </a:lnTo>
                <a:lnTo>
                  <a:pt x="6794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9"/>
          <p:cNvSpPr txBox="1"/>
          <p:nvPr/>
        </p:nvSpPr>
        <p:spPr>
          <a:xfrm>
            <a:off x="2418144" y="3287109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5384800" y="4254497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 extrusionOk="0">
                <a:moveTo>
                  <a:pt x="670979" y="0"/>
                </a:moveTo>
                <a:lnTo>
                  <a:pt x="78320" y="0"/>
                </a:lnTo>
                <a:lnTo>
                  <a:pt x="47834" y="6154"/>
                </a:lnTo>
                <a:lnTo>
                  <a:pt x="22939" y="22939"/>
                </a:lnTo>
                <a:lnTo>
                  <a:pt x="6154" y="47834"/>
                </a:lnTo>
                <a:lnTo>
                  <a:pt x="0" y="78320"/>
                </a:lnTo>
                <a:lnTo>
                  <a:pt x="0" y="391579"/>
                </a:lnTo>
                <a:lnTo>
                  <a:pt x="6154" y="422065"/>
                </a:lnTo>
                <a:lnTo>
                  <a:pt x="22939" y="446960"/>
                </a:lnTo>
                <a:lnTo>
                  <a:pt x="47834" y="463745"/>
                </a:lnTo>
                <a:lnTo>
                  <a:pt x="78320" y="469900"/>
                </a:lnTo>
                <a:lnTo>
                  <a:pt x="670979" y="469900"/>
                </a:lnTo>
                <a:lnTo>
                  <a:pt x="701465" y="463745"/>
                </a:lnTo>
                <a:lnTo>
                  <a:pt x="726360" y="446960"/>
                </a:lnTo>
                <a:lnTo>
                  <a:pt x="743145" y="422065"/>
                </a:lnTo>
                <a:lnTo>
                  <a:pt x="749300" y="391579"/>
                </a:lnTo>
                <a:lnTo>
                  <a:pt x="749300" y="78320"/>
                </a:lnTo>
                <a:lnTo>
                  <a:pt x="743145" y="47834"/>
                </a:lnTo>
                <a:lnTo>
                  <a:pt x="726360" y="22939"/>
                </a:lnTo>
                <a:lnTo>
                  <a:pt x="701465" y="6154"/>
                </a:lnTo>
                <a:lnTo>
                  <a:pt x="670979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9"/>
          <p:cNvSpPr txBox="1"/>
          <p:nvPr/>
        </p:nvSpPr>
        <p:spPr>
          <a:xfrm>
            <a:off x="5572843" y="4291947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9"/>
          <p:cNvSpPr txBox="1"/>
          <p:nvPr/>
        </p:nvSpPr>
        <p:spPr>
          <a:xfrm>
            <a:off x="2299512" y="2718569"/>
            <a:ext cx="540139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9"/>
          <p:cNvSpPr txBox="1"/>
          <p:nvPr/>
        </p:nvSpPr>
        <p:spPr>
          <a:xfrm>
            <a:off x="4501371" y="2718569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9"/>
          <p:cNvSpPr txBox="1"/>
          <p:nvPr/>
        </p:nvSpPr>
        <p:spPr>
          <a:xfrm>
            <a:off x="5626285" y="3657150"/>
            <a:ext cx="7150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9"/>
          <p:cNvSpPr txBox="1"/>
          <p:nvPr/>
        </p:nvSpPr>
        <p:spPr>
          <a:xfrm>
            <a:off x="3267133" y="3692100"/>
            <a:ext cx="15024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9"/>
          <p:cNvSpPr txBox="1"/>
          <p:nvPr/>
        </p:nvSpPr>
        <p:spPr>
          <a:xfrm>
            <a:off x="2758930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9"/>
          <p:cNvSpPr txBox="1"/>
          <p:nvPr/>
        </p:nvSpPr>
        <p:spPr>
          <a:xfrm>
            <a:off x="4705382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9"/>
          <p:cNvSpPr txBox="1"/>
          <p:nvPr/>
        </p:nvSpPr>
        <p:spPr>
          <a:xfrm>
            <a:off x="6549400" y="1592849"/>
            <a:ext cx="191278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4" name="Google Shape;424;p19"/>
          <p:cNvGraphicFramePr/>
          <p:nvPr/>
        </p:nvGraphicFramePr>
        <p:xfrm>
          <a:off x="6549400" y="2041650"/>
          <a:ext cx="3146900" cy="89422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73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150"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Refund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Marital Status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Taxable Income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Cheat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075"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450" b="1" u="none" strike="noStrike" cap="non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Married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80K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45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49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25" name="Google Shape;425;p19"/>
          <p:cNvCxnSpPr/>
          <p:nvPr/>
        </p:nvCxnSpPr>
        <p:spPr>
          <a:xfrm flipH="1">
            <a:off x="4885766" y="2718569"/>
            <a:ext cx="1455529" cy="105313"/>
          </a:xfrm>
          <a:prstGeom prst="straightConnector1">
            <a:avLst/>
          </a:prstGeom>
          <a:noFill/>
          <a:ln w="9525" cap="flat" cmpd="sng">
            <a:solidFill>
              <a:srgbClr val="26B39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/>
              <a:t>Decision Tree for Tax Fraud Detection</a:t>
            </a:r>
            <a:endParaRPr sz="4000"/>
          </a:p>
        </p:txBody>
      </p:sp>
      <p:sp>
        <p:nvSpPr>
          <p:cNvPr id="431" name="Google Shape;431;p20"/>
          <p:cNvSpPr/>
          <p:nvPr/>
        </p:nvSpPr>
        <p:spPr>
          <a:xfrm>
            <a:off x="4420073" y="4550531"/>
            <a:ext cx="279400" cy="650240"/>
          </a:xfrm>
          <a:custGeom>
            <a:avLst/>
            <a:gdLst/>
            <a:ahLst/>
            <a:cxnLst/>
            <a:rect l="l" t="t" r="r" b="b"/>
            <a:pathLst>
              <a:path w="279400" h="650239" extrusionOk="0">
                <a:moveTo>
                  <a:pt x="11747" y="0"/>
                </a:moveTo>
                <a:lnTo>
                  <a:pt x="0" y="4838"/>
                </a:lnTo>
                <a:lnTo>
                  <a:pt x="237693" y="582079"/>
                </a:lnTo>
                <a:lnTo>
                  <a:pt x="208330" y="594169"/>
                </a:lnTo>
                <a:lnTo>
                  <a:pt x="272580" y="650113"/>
                </a:lnTo>
                <a:lnTo>
                  <a:pt x="277906" y="577240"/>
                </a:lnTo>
                <a:lnTo>
                  <a:pt x="249428" y="577240"/>
                </a:lnTo>
                <a:lnTo>
                  <a:pt x="11747" y="0"/>
                </a:lnTo>
                <a:close/>
              </a:path>
              <a:path w="279400" h="650239" extrusionOk="0">
                <a:moveTo>
                  <a:pt x="278790" y="565150"/>
                </a:moveTo>
                <a:lnTo>
                  <a:pt x="249428" y="577240"/>
                </a:lnTo>
                <a:lnTo>
                  <a:pt x="277906" y="577240"/>
                </a:lnTo>
                <a:lnTo>
                  <a:pt x="278790" y="565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3194047" y="4549895"/>
            <a:ext cx="361315" cy="650875"/>
          </a:xfrm>
          <a:custGeom>
            <a:avLst/>
            <a:gdLst/>
            <a:ahLst/>
            <a:cxnLst/>
            <a:rect l="l" t="t" r="r" b="b"/>
            <a:pathLst>
              <a:path w="361314" h="650875" extrusionOk="0">
                <a:moveTo>
                  <a:pt x="3276" y="565619"/>
                </a:moveTo>
                <a:lnTo>
                  <a:pt x="0" y="650760"/>
                </a:lnTo>
                <a:lnTo>
                  <a:pt x="70078" y="602297"/>
                </a:lnTo>
                <a:lnTo>
                  <a:pt x="42240" y="587019"/>
                </a:lnTo>
                <a:lnTo>
                  <a:pt x="45601" y="580897"/>
                </a:lnTo>
                <a:lnTo>
                  <a:pt x="31115" y="580897"/>
                </a:lnTo>
                <a:lnTo>
                  <a:pt x="3276" y="565619"/>
                </a:lnTo>
                <a:close/>
              </a:path>
              <a:path w="361314" h="650875" extrusionOk="0">
                <a:moveTo>
                  <a:pt x="350037" y="0"/>
                </a:moveTo>
                <a:lnTo>
                  <a:pt x="31115" y="580897"/>
                </a:lnTo>
                <a:lnTo>
                  <a:pt x="45601" y="580897"/>
                </a:lnTo>
                <a:lnTo>
                  <a:pt x="361175" y="6108"/>
                </a:lnTo>
                <a:lnTo>
                  <a:pt x="35003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3892547" y="3584157"/>
            <a:ext cx="450215" cy="651510"/>
          </a:xfrm>
          <a:custGeom>
            <a:avLst/>
            <a:gdLst/>
            <a:ahLst/>
            <a:cxnLst/>
            <a:rect l="l" t="t" r="r" b="b"/>
            <a:pathLst>
              <a:path w="450214" h="651510" extrusionOk="0">
                <a:moveTo>
                  <a:pt x="11709" y="566902"/>
                </a:moveTo>
                <a:lnTo>
                  <a:pt x="0" y="651294"/>
                </a:lnTo>
                <a:lnTo>
                  <a:pt x="74536" y="610019"/>
                </a:lnTo>
                <a:lnTo>
                  <a:pt x="48361" y="592061"/>
                </a:lnTo>
                <a:lnTo>
                  <a:pt x="53294" y="584873"/>
                </a:lnTo>
                <a:lnTo>
                  <a:pt x="37884" y="584873"/>
                </a:lnTo>
                <a:lnTo>
                  <a:pt x="11709" y="566902"/>
                </a:lnTo>
                <a:close/>
              </a:path>
              <a:path w="450214" h="651510" extrusionOk="0">
                <a:moveTo>
                  <a:pt x="439267" y="0"/>
                </a:moveTo>
                <a:lnTo>
                  <a:pt x="37884" y="584873"/>
                </a:lnTo>
                <a:lnTo>
                  <a:pt x="53294" y="584873"/>
                </a:lnTo>
                <a:lnTo>
                  <a:pt x="449745" y="7188"/>
                </a:lnTo>
                <a:lnTo>
                  <a:pt x="4392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5221147" y="3583713"/>
            <a:ext cx="538480" cy="652145"/>
          </a:xfrm>
          <a:custGeom>
            <a:avLst/>
            <a:gdLst/>
            <a:ahLst/>
            <a:cxnLst/>
            <a:rect l="l" t="t" r="r" b="b"/>
            <a:pathLst>
              <a:path w="538479" h="652145" extrusionOk="0">
                <a:moveTo>
                  <a:pt x="9804" y="0"/>
                </a:moveTo>
                <a:lnTo>
                  <a:pt x="0" y="8077"/>
                </a:lnTo>
                <a:lnTo>
                  <a:pt x="484962" y="596950"/>
                </a:lnTo>
                <a:lnTo>
                  <a:pt x="460451" y="617131"/>
                </a:lnTo>
                <a:lnTo>
                  <a:pt x="538302" y="651738"/>
                </a:lnTo>
                <a:lnTo>
                  <a:pt x="523900" y="588873"/>
                </a:lnTo>
                <a:lnTo>
                  <a:pt x="494766" y="588873"/>
                </a:lnTo>
                <a:lnTo>
                  <a:pt x="9804" y="0"/>
                </a:lnTo>
                <a:close/>
              </a:path>
              <a:path w="538479" h="652145" extrusionOk="0">
                <a:moveTo>
                  <a:pt x="519277" y="568693"/>
                </a:moveTo>
                <a:lnTo>
                  <a:pt x="494766" y="588873"/>
                </a:lnTo>
                <a:lnTo>
                  <a:pt x="523900" y="588873"/>
                </a:lnTo>
                <a:lnTo>
                  <a:pt x="519277" y="5686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0"/>
          <p:cNvSpPr/>
          <p:nvPr/>
        </p:nvSpPr>
        <p:spPr>
          <a:xfrm>
            <a:off x="4066060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8585" y="0"/>
                </a:moveTo>
                <a:lnTo>
                  <a:pt x="0" y="9359"/>
                </a:lnTo>
                <a:lnTo>
                  <a:pt x="566166" y="529310"/>
                </a:lnTo>
                <a:lnTo>
                  <a:pt x="544690" y="552704"/>
                </a:lnTo>
                <a:lnTo>
                  <a:pt x="626592" y="576173"/>
                </a:lnTo>
                <a:lnTo>
                  <a:pt x="605159" y="519963"/>
                </a:lnTo>
                <a:lnTo>
                  <a:pt x="574763" y="519963"/>
                </a:lnTo>
                <a:lnTo>
                  <a:pt x="8585" y="0"/>
                </a:lnTo>
                <a:close/>
              </a:path>
              <a:path w="626744" h="576579" extrusionOk="0">
                <a:moveTo>
                  <a:pt x="596239" y="496570"/>
                </a:moveTo>
                <a:lnTo>
                  <a:pt x="574763" y="519963"/>
                </a:lnTo>
                <a:lnTo>
                  <a:pt x="605159" y="519963"/>
                </a:lnTo>
                <a:lnTo>
                  <a:pt x="596239" y="49657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2571748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30353" y="496570"/>
                </a:moveTo>
                <a:lnTo>
                  <a:pt x="0" y="576173"/>
                </a:lnTo>
                <a:lnTo>
                  <a:pt x="81902" y="552704"/>
                </a:lnTo>
                <a:lnTo>
                  <a:pt x="60426" y="529310"/>
                </a:lnTo>
                <a:lnTo>
                  <a:pt x="70604" y="519963"/>
                </a:lnTo>
                <a:lnTo>
                  <a:pt x="51828" y="519963"/>
                </a:lnTo>
                <a:lnTo>
                  <a:pt x="30353" y="496570"/>
                </a:lnTo>
                <a:close/>
              </a:path>
              <a:path w="626744" h="576579" extrusionOk="0">
                <a:moveTo>
                  <a:pt x="618007" y="0"/>
                </a:moveTo>
                <a:lnTo>
                  <a:pt x="51828" y="519963"/>
                </a:lnTo>
                <a:lnTo>
                  <a:pt x="70604" y="519963"/>
                </a:lnTo>
                <a:lnTo>
                  <a:pt x="626592" y="9359"/>
                </a:lnTo>
                <a:lnTo>
                  <a:pt x="6180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0"/>
          <p:cNvSpPr txBox="1"/>
          <p:nvPr/>
        </p:nvSpPr>
        <p:spPr>
          <a:xfrm>
            <a:off x="3143250" y="2368550"/>
            <a:ext cx="10160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9350" rIns="0" bIns="0" anchor="t" anchorCtr="0">
            <a:noAutofit/>
          </a:bodyPr>
          <a:lstStyle/>
          <a:p>
            <a:pPr marL="151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0"/>
          <p:cNvSpPr txBox="1"/>
          <p:nvPr/>
        </p:nvSpPr>
        <p:spPr>
          <a:xfrm>
            <a:off x="4248150" y="3257550"/>
            <a:ext cx="1028700" cy="3556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1900" rIns="0" bIns="0" anchor="t" anchorCtr="0">
            <a:noAutofit/>
          </a:bodyPr>
          <a:lstStyle/>
          <a:p>
            <a:pPr marL="22669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0"/>
          <p:cNvSpPr txBox="1"/>
          <p:nvPr/>
        </p:nvSpPr>
        <p:spPr>
          <a:xfrm>
            <a:off x="3460750" y="4235450"/>
            <a:ext cx="10541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175" rIns="0" bIns="0" anchor="t" anchorCtr="0">
            <a:noAutofit/>
          </a:bodyPr>
          <a:lstStyle/>
          <a:p>
            <a:pPr marL="20510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0"/>
          <p:cNvSpPr/>
          <p:nvPr/>
        </p:nvSpPr>
        <p:spPr>
          <a:xfrm>
            <a:off x="4470400" y="5194301"/>
            <a:ext cx="685800" cy="444500"/>
          </a:xfrm>
          <a:custGeom>
            <a:avLst/>
            <a:gdLst/>
            <a:ahLst/>
            <a:cxnLst/>
            <a:rect l="l" t="t" r="r" b="b"/>
            <a:pathLst>
              <a:path w="685800" h="444500" extrusionOk="0">
                <a:moveTo>
                  <a:pt x="611263" y="0"/>
                </a:moveTo>
                <a:lnTo>
                  <a:pt x="74536" y="0"/>
                </a:lnTo>
                <a:lnTo>
                  <a:pt x="45525" y="5858"/>
                </a:lnTo>
                <a:lnTo>
                  <a:pt x="21832" y="21832"/>
                </a:lnTo>
                <a:lnTo>
                  <a:pt x="5858" y="45525"/>
                </a:lnTo>
                <a:lnTo>
                  <a:pt x="0" y="74536"/>
                </a:lnTo>
                <a:lnTo>
                  <a:pt x="0" y="369963"/>
                </a:lnTo>
                <a:lnTo>
                  <a:pt x="5858" y="398974"/>
                </a:lnTo>
                <a:lnTo>
                  <a:pt x="21832" y="422667"/>
                </a:lnTo>
                <a:lnTo>
                  <a:pt x="45525" y="438641"/>
                </a:lnTo>
                <a:lnTo>
                  <a:pt x="74536" y="444500"/>
                </a:lnTo>
                <a:lnTo>
                  <a:pt x="611263" y="444500"/>
                </a:lnTo>
                <a:lnTo>
                  <a:pt x="640274" y="438641"/>
                </a:lnTo>
                <a:lnTo>
                  <a:pt x="663967" y="422667"/>
                </a:lnTo>
                <a:lnTo>
                  <a:pt x="679941" y="398974"/>
                </a:lnTo>
                <a:lnTo>
                  <a:pt x="685800" y="369963"/>
                </a:lnTo>
                <a:lnTo>
                  <a:pt x="685800" y="74536"/>
                </a:lnTo>
                <a:lnTo>
                  <a:pt x="679941" y="45525"/>
                </a:lnTo>
                <a:lnTo>
                  <a:pt x="663967" y="21832"/>
                </a:lnTo>
                <a:lnTo>
                  <a:pt x="640274" y="5858"/>
                </a:lnTo>
                <a:lnTo>
                  <a:pt x="611263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0"/>
          <p:cNvSpPr txBox="1"/>
          <p:nvPr/>
        </p:nvSpPr>
        <p:spPr>
          <a:xfrm>
            <a:off x="4543524" y="5226678"/>
            <a:ext cx="4305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2832100" y="5219693"/>
            <a:ext cx="711200" cy="444500"/>
          </a:xfrm>
          <a:custGeom>
            <a:avLst/>
            <a:gdLst/>
            <a:ahLst/>
            <a:cxnLst/>
            <a:rect l="l" t="t" r="r" b="b"/>
            <a:pathLst>
              <a:path w="711200" h="444500" extrusionOk="0">
                <a:moveTo>
                  <a:pt x="637120" y="0"/>
                </a:moveTo>
                <a:lnTo>
                  <a:pt x="74091" y="0"/>
                </a:lnTo>
                <a:lnTo>
                  <a:pt x="45252" y="5822"/>
                </a:lnTo>
                <a:lnTo>
                  <a:pt x="21701" y="21701"/>
                </a:lnTo>
                <a:lnTo>
                  <a:pt x="5822" y="45252"/>
                </a:lnTo>
                <a:lnTo>
                  <a:pt x="0" y="74091"/>
                </a:lnTo>
                <a:lnTo>
                  <a:pt x="0" y="370420"/>
                </a:lnTo>
                <a:lnTo>
                  <a:pt x="5822" y="399258"/>
                </a:lnTo>
                <a:lnTo>
                  <a:pt x="21701" y="422805"/>
                </a:lnTo>
                <a:lnTo>
                  <a:pt x="45252" y="438679"/>
                </a:lnTo>
                <a:lnTo>
                  <a:pt x="74091" y="444499"/>
                </a:lnTo>
                <a:lnTo>
                  <a:pt x="637120" y="444499"/>
                </a:lnTo>
                <a:lnTo>
                  <a:pt x="665953" y="438679"/>
                </a:lnTo>
                <a:lnTo>
                  <a:pt x="689500" y="422805"/>
                </a:lnTo>
                <a:lnTo>
                  <a:pt x="705377" y="399258"/>
                </a:lnTo>
                <a:lnTo>
                  <a:pt x="711200" y="370420"/>
                </a:lnTo>
                <a:lnTo>
                  <a:pt x="711200" y="74091"/>
                </a:lnTo>
                <a:lnTo>
                  <a:pt x="705377" y="45252"/>
                </a:lnTo>
                <a:lnTo>
                  <a:pt x="689500" y="21701"/>
                </a:lnTo>
                <a:lnTo>
                  <a:pt x="665953" y="5822"/>
                </a:lnTo>
                <a:lnTo>
                  <a:pt x="63712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0"/>
          <p:cNvSpPr txBox="1"/>
          <p:nvPr/>
        </p:nvSpPr>
        <p:spPr>
          <a:xfrm>
            <a:off x="3037942" y="5230573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2209800" y="3276601"/>
            <a:ext cx="749300" cy="419100"/>
          </a:xfrm>
          <a:custGeom>
            <a:avLst/>
            <a:gdLst/>
            <a:ahLst/>
            <a:cxnLst/>
            <a:rect l="l" t="t" r="r" b="b"/>
            <a:pathLst>
              <a:path w="749300" h="419100" extrusionOk="0">
                <a:moveTo>
                  <a:pt x="679450" y="0"/>
                </a:moveTo>
                <a:lnTo>
                  <a:pt x="69850" y="0"/>
                </a:lnTo>
                <a:lnTo>
                  <a:pt x="42658" y="5488"/>
                </a:lnTo>
                <a:lnTo>
                  <a:pt x="20456" y="20456"/>
                </a:lnTo>
                <a:lnTo>
                  <a:pt x="5488" y="4265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35"/>
                </a:lnTo>
                <a:lnTo>
                  <a:pt x="20456" y="398638"/>
                </a:lnTo>
                <a:lnTo>
                  <a:pt x="42658" y="413609"/>
                </a:lnTo>
                <a:lnTo>
                  <a:pt x="69850" y="419100"/>
                </a:lnTo>
                <a:lnTo>
                  <a:pt x="679450" y="419100"/>
                </a:lnTo>
                <a:lnTo>
                  <a:pt x="706635" y="413609"/>
                </a:lnTo>
                <a:lnTo>
                  <a:pt x="728838" y="398638"/>
                </a:lnTo>
                <a:lnTo>
                  <a:pt x="743809" y="376435"/>
                </a:lnTo>
                <a:lnTo>
                  <a:pt x="749300" y="349250"/>
                </a:lnTo>
                <a:lnTo>
                  <a:pt x="749300" y="69850"/>
                </a:lnTo>
                <a:lnTo>
                  <a:pt x="743809" y="42658"/>
                </a:lnTo>
                <a:lnTo>
                  <a:pt x="728838" y="20456"/>
                </a:lnTo>
                <a:lnTo>
                  <a:pt x="706635" y="5488"/>
                </a:lnTo>
                <a:lnTo>
                  <a:pt x="6794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0"/>
          <p:cNvSpPr txBox="1"/>
          <p:nvPr/>
        </p:nvSpPr>
        <p:spPr>
          <a:xfrm>
            <a:off x="2418144" y="3287109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0"/>
          <p:cNvSpPr/>
          <p:nvPr/>
        </p:nvSpPr>
        <p:spPr>
          <a:xfrm>
            <a:off x="5384800" y="4254497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 extrusionOk="0">
                <a:moveTo>
                  <a:pt x="670979" y="0"/>
                </a:moveTo>
                <a:lnTo>
                  <a:pt x="78320" y="0"/>
                </a:lnTo>
                <a:lnTo>
                  <a:pt x="47834" y="6154"/>
                </a:lnTo>
                <a:lnTo>
                  <a:pt x="22939" y="22939"/>
                </a:lnTo>
                <a:lnTo>
                  <a:pt x="6154" y="47834"/>
                </a:lnTo>
                <a:lnTo>
                  <a:pt x="0" y="78320"/>
                </a:lnTo>
                <a:lnTo>
                  <a:pt x="0" y="391579"/>
                </a:lnTo>
                <a:lnTo>
                  <a:pt x="6154" y="422065"/>
                </a:lnTo>
                <a:lnTo>
                  <a:pt x="22939" y="446960"/>
                </a:lnTo>
                <a:lnTo>
                  <a:pt x="47834" y="463745"/>
                </a:lnTo>
                <a:lnTo>
                  <a:pt x="78320" y="469900"/>
                </a:lnTo>
                <a:lnTo>
                  <a:pt x="670979" y="469900"/>
                </a:lnTo>
                <a:lnTo>
                  <a:pt x="701465" y="463745"/>
                </a:lnTo>
                <a:lnTo>
                  <a:pt x="726360" y="446960"/>
                </a:lnTo>
                <a:lnTo>
                  <a:pt x="743145" y="422065"/>
                </a:lnTo>
                <a:lnTo>
                  <a:pt x="749300" y="391579"/>
                </a:lnTo>
                <a:lnTo>
                  <a:pt x="749300" y="78320"/>
                </a:lnTo>
                <a:lnTo>
                  <a:pt x="743145" y="47834"/>
                </a:lnTo>
                <a:lnTo>
                  <a:pt x="726360" y="22939"/>
                </a:lnTo>
                <a:lnTo>
                  <a:pt x="701465" y="6154"/>
                </a:lnTo>
                <a:lnTo>
                  <a:pt x="670979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0"/>
          <p:cNvSpPr txBox="1"/>
          <p:nvPr/>
        </p:nvSpPr>
        <p:spPr>
          <a:xfrm>
            <a:off x="5572843" y="4291947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0"/>
          <p:cNvSpPr txBox="1"/>
          <p:nvPr/>
        </p:nvSpPr>
        <p:spPr>
          <a:xfrm>
            <a:off x="2299512" y="2718569"/>
            <a:ext cx="540139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 txBox="1"/>
          <p:nvPr/>
        </p:nvSpPr>
        <p:spPr>
          <a:xfrm>
            <a:off x="4501371" y="2718569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0"/>
          <p:cNvSpPr txBox="1"/>
          <p:nvPr/>
        </p:nvSpPr>
        <p:spPr>
          <a:xfrm>
            <a:off x="5626285" y="3657150"/>
            <a:ext cx="7150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0"/>
          <p:cNvSpPr txBox="1"/>
          <p:nvPr/>
        </p:nvSpPr>
        <p:spPr>
          <a:xfrm>
            <a:off x="3267133" y="3692100"/>
            <a:ext cx="15024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0"/>
          <p:cNvSpPr txBox="1"/>
          <p:nvPr/>
        </p:nvSpPr>
        <p:spPr>
          <a:xfrm>
            <a:off x="2758930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0"/>
          <p:cNvSpPr txBox="1"/>
          <p:nvPr/>
        </p:nvSpPr>
        <p:spPr>
          <a:xfrm>
            <a:off x="4705382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0"/>
          <p:cNvSpPr txBox="1"/>
          <p:nvPr/>
        </p:nvSpPr>
        <p:spPr>
          <a:xfrm>
            <a:off x="6549400" y="1592849"/>
            <a:ext cx="191278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5" name="Google Shape;455;p20"/>
          <p:cNvGraphicFramePr/>
          <p:nvPr/>
        </p:nvGraphicFramePr>
        <p:xfrm>
          <a:off x="6549400" y="2041650"/>
          <a:ext cx="3146900" cy="89422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73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150"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Refund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Marital Status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Taxable Income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Cheat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075"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450" b="1" u="none" strike="noStrike" cap="non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Married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80K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45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49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56" name="Google Shape;456;p20"/>
          <p:cNvCxnSpPr>
            <a:stCxn id="438" idx="3"/>
          </p:cNvCxnSpPr>
          <p:nvPr/>
        </p:nvCxnSpPr>
        <p:spPr>
          <a:xfrm rot="10800000" flipH="1">
            <a:off x="5276850" y="2483150"/>
            <a:ext cx="2130000" cy="952200"/>
          </a:xfrm>
          <a:prstGeom prst="straightConnector1">
            <a:avLst/>
          </a:prstGeom>
          <a:noFill/>
          <a:ln w="9525" cap="flat" cmpd="sng">
            <a:solidFill>
              <a:srgbClr val="26B39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1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/>
              <a:t>Decision Tree for Tax Fraud Detection</a:t>
            </a:r>
            <a:endParaRPr sz="4000"/>
          </a:p>
        </p:txBody>
      </p:sp>
      <p:sp>
        <p:nvSpPr>
          <p:cNvPr id="462" name="Google Shape;462;p21"/>
          <p:cNvSpPr/>
          <p:nvPr/>
        </p:nvSpPr>
        <p:spPr>
          <a:xfrm>
            <a:off x="4420073" y="4550531"/>
            <a:ext cx="279400" cy="650240"/>
          </a:xfrm>
          <a:custGeom>
            <a:avLst/>
            <a:gdLst/>
            <a:ahLst/>
            <a:cxnLst/>
            <a:rect l="l" t="t" r="r" b="b"/>
            <a:pathLst>
              <a:path w="279400" h="650239" extrusionOk="0">
                <a:moveTo>
                  <a:pt x="11747" y="0"/>
                </a:moveTo>
                <a:lnTo>
                  <a:pt x="0" y="4838"/>
                </a:lnTo>
                <a:lnTo>
                  <a:pt x="237693" y="582079"/>
                </a:lnTo>
                <a:lnTo>
                  <a:pt x="208330" y="594169"/>
                </a:lnTo>
                <a:lnTo>
                  <a:pt x="272580" y="650113"/>
                </a:lnTo>
                <a:lnTo>
                  <a:pt x="277906" y="577240"/>
                </a:lnTo>
                <a:lnTo>
                  <a:pt x="249428" y="577240"/>
                </a:lnTo>
                <a:lnTo>
                  <a:pt x="11747" y="0"/>
                </a:lnTo>
                <a:close/>
              </a:path>
              <a:path w="279400" h="650239" extrusionOk="0">
                <a:moveTo>
                  <a:pt x="278790" y="565150"/>
                </a:moveTo>
                <a:lnTo>
                  <a:pt x="249428" y="577240"/>
                </a:lnTo>
                <a:lnTo>
                  <a:pt x="277906" y="577240"/>
                </a:lnTo>
                <a:lnTo>
                  <a:pt x="278790" y="565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3194047" y="4549895"/>
            <a:ext cx="361315" cy="650875"/>
          </a:xfrm>
          <a:custGeom>
            <a:avLst/>
            <a:gdLst/>
            <a:ahLst/>
            <a:cxnLst/>
            <a:rect l="l" t="t" r="r" b="b"/>
            <a:pathLst>
              <a:path w="361314" h="650875" extrusionOk="0">
                <a:moveTo>
                  <a:pt x="3276" y="565619"/>
                </a:moveTo>
                <a:lnTo>
                  <a:pt x="0" y="650760"/>
                </a:lnTo>
                <a:lnTo>
                  <a:pt x="70078" y="602297"/>
                </a:lnTo>
                <a:lnTo>
                  <a:pt x="42240" y="587019"/>
                </a:lnTo>
                <a:lnTo>
                  <a:pt x="45601" y="580897"/>
                </a:lnTo>
                <a:lnTo>
                  <a:pt x="31115" y="580897"/>
                </a:lnTo>
                <a:lnTo>
                  <a:pt x="3276" y="565619"/>
                </a:lnTo>
                <a:close/>
              </a:path>
              <a:path w="361314" h="650875" extrusionOk="0">
                <a:moveTo>
                  <a:pt x="350037" y="0"/>
                </a:moveTo>
                <a:lnTo>
                  <a:pt x="31115" y="580897"/>
                </a:lnTo>
                <a:lnTo>
                  <a:pt x="45601" y="580897"/>
                </a:lnTo>
                <a:lnTo>
                  <a:pt x="361175" y="6108"/>
                </a:lnTo>
                <a:lnTo>
                  <a:pt x="35003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3892547" y="3584157"/>
            <a:ext cx="450215" cy="651510"/>
          </a:xfrm>
          <a:custGeom>
            <a:avLst/>
            <a:gdLst/>
            <a:ahLst/>
            <a:cxnLst/>
            <a:rect l="l" t="t" r="r" b="b"/>
            <a:pathLst>
              <a:path w="450214" h="651510" extrusionOk="0">
                <a:moveTo>
                  <a:pt x="11709" y="566902"/>
                </a:moveTo>
                <a:lnTo>
                  <a:pt x="0" y="651294"/>
                </a:lnTo>
                <a:lnTo>
                  <a:pt x="74536" y="610019"/>
                </a:lnTo>
                <a:lnTo>
                  <a:pt x="48361" y="592061"/>
                </a:lnTo>
                <a:lnTo>
                  <a:pt x="53294" y="584873"/>
                </a:lnTo>
                <a:lnTo>
                  <a:pt x="37884" y="584873"/>
                </a:lnTo>
                <a:lnTo>
                  <a:pt x="11709" y="566902"/>
                </a:lnTo>
                <a:close/>
              </a:path>
              <a:path w="450214" h="651510" extrusionOk="0">
                <a:moveTo>
                  <a:pt x="439267" y="0"/>
                </a:moveTo>
                <a:lnTo>
                  <a:pt x="37884" y="584873"/>
                </a:lnTo>
                <a:lnTo>
                  <a:pt x="53294" y="584873"/>
                </a:lnTo>
                <a:lnTo>
                  <a:pt x="449745" y="7188"/>
                </a:lnTo>
                <a:lnTo>
                  <a:pt x="4392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5221147" y="3583713"/>
            <a:ext cx="538480" cy="652145"/>
          </a:xfrm>
          <a:custGeom>
            <a:avLst/>
            <a:gdLst/>
            <a:ahLst/>
            <a:cxnLst/>
            <a:rect l="l" t="t" r="r" b="b"/>
            <a:pathLst>
              <a:path w="538479" h="652145" extrusionOk="0">
                <a:moveTo>
                  <a:pt x="9804" y="0"/>
                </a:moveTo>
                <a:lnTo>
                  <a:pt x="0" y="8077"/>
                </a:lnTo>
                <a:lnTo>
                  <a:pt x="484962" y="596950"/>
                </a:lnTo>
                <a:lnTo>
                  <a:pt x="460451" y="617131"/>
                </a:lnTo>
                <a:lnTo>
                  <a:pt x="538302" y="651738"/>
                </a:lnTo>
                <a:lnTo>
                  <a:pt x="523900" y="588873"/>
                </a:lnTo>
                <a:lnTo>
                  <a:pt x="494766" y="588873"/>
                </a:lnTo>
                <a:lnTo>
                  <a:pt x="9804" y="0"/>
                </a:lnTo>
                <a:close/>
              </a:path>
              <a:path w="538479" h="652145" extrusionOk="0">
                <a:moveTo>
                  <a:pt x="519277" y="568693"/>
                </a:moveTo>
                <a:lnTo>
                  <a:pt x="494766" y="588873"/>
                </a:lnTo>
                <a:lnTo>
                  <a:pt x="523900" y="588873"/>
                </a:lnTo>
                <a:lnTo>
                  <a:pt x="519277" y="56869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4066060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8585" y="0"/>
                </a:moveTo>
                <a:lnTo>
                  <a:pt x="0" y="9359"/>
                </a:lnTo>
                <a:lnTo>
                  <a:pt x="566166" y="529310"/>
                </a:lnTo>
                <a:lnTo>
                  <a:pt x="544690" y="552704"/>
                </a:lnTo>
                <a:lnTo>
                  <a:pt x="626592" y="576173"/>
                </a:lnTo>
                <a:lnTo>
                  <a:pt x="605159" y="519963"/>
                </a:lnTo>
                <a:lnTo>
                  <a:pt x="574763" y="519963"/>
                </a:lnTo>
                <a:lnTo>
                  <a:pt x="8585" y="0"/>
                </a:lnTo>
                <a:close/>
              </a:path>
              <a:path w="626744" h="576579" extrusionOk="0">
                <a:moveTo>
                  <a:pt x="596239" y="496570"/>
                </a:moveTo>
                <a:lnTo>
                  <a:pt x="574763" y="519963"/>
                </a:lnTo>
                <a:lnTo>
                  <a:pt x="605159" y="519963"/>
                </a:lnTo>
                <a:lnTo>
                  <a:pt x="596239" y="49657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2571748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30353" y="496570"/>
                </a:moveTo>
                <a:lnTo>
                  <a:pt x="0" y="576173"/>
                </a:lnTo>
                <a:lnTo>
                  <a:pt x="81902" y="552704"/>
                </a:lnTo>
                <a:lnTo>
                  <a:pt x="60426" y="529310"/>
                </a:lnTo>
                <a:lnTo>
                  <a:pt x="70604" y="519963"/>
                </a:lnTo>
                <a:lnTo>
                  <a:pt x="51828" y="519963"/>
                </a:lnTo>
                <a:lnTo>
                  <a:pt x="30353" y="496570"/>
                </a:lnTo>
                <a:close/>
              </a:path>
              <a:path w="626744" h="576579" extrusionOk="0">
                <a:moveTo>
                  <a:pt x="618007" y="0"/>
                </a:moveTo>
                <a:lnTo>
                  <a:pt x="51828" y="519963"/>
                </a:lnTo>
                <a:lnTo>
                  <a:pt x="70604" y="519963"/>
                </a:lnTo>
                <a:lnTo>
                  <a:pt x="626592" y="9359"/>
                </a:lnTo>
                <a:lnTo>
                  <a:pt x="6180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1"/>
          <p:cNvSpPr txBox="1"/>
          <p:nvPr/>
        </p:nvSpPr>
        <p:spPr>
          <a:xfrm>
            <a:off x="3143250" y="2368550"/>
            <a:ext cx="10160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9350" rIns="0" bIns="0" anchor="t" anchorCtr="0">
            <a:noAutofit/>
          </a:bodyPr>
          <a:lstStyle/>
          <a:p>
            <a:pPr marL="151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4248150" y="3257550"/>
            <a:ext cx="1028700" cy="3556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1900" rIns="0" bIns="0" anchor="t" anchorCtr="0">
            <a:noAutofit/>
          </a:bodyPr>
          <a:lstStyle/>
          <a:p>
            <a:pPr marL="22669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3460750" y="4235450"/>
            <a:ext cx="10541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175" rIns="0" bIns="0" anchor="t" anchorCtr="0">
            <a:noAutofit/>
          </a:bodyPr>
          <a:lstStyle/>
          <a:p>
            <a:pPr marL="20510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1"/>
          <p:cNvSpPr/>
          <p:nvPr/>
        </p:nvSpPr>
        <p:spPr>
          <a:xfrm>
            <a:off x="4470400" y="5194301"/>
            <a:ext cx="685800" cy="444500"/>
          </a:xfrm>
          <a:custGeom>
            <a:avLst/>
            <a:gdLst/>
            <a:ahLst/>
            <a:cxnLst/>
            <a:rect l="l" t="t" r="r" b="b"/>
            <a:pathLst>
              <a:path w="685800" h="444500" extrusionOk="0">
                <a:moveTo>
                  <a:pt x="611263" y="0"/>
                </a:moveTo>
                <a:lnTo>
                  <a:pt x="74536" y="0"/>
                </a:lnTo>
                <a:lnTo>
                  <a:pt x="45525" y="5858"/>
                </a:lnTo>
                <a:lnTo>
                  <a:pt x="21832" y="21832"/>
                </a:lnTo>
                <a:lnTo>
                  <a:pt x="5858" y="45525"/>
                </a:lnTo>
                <a:lnTo>
                  <a:pt x="0" y="74536"/>
                </a:lnTo>
                <a:lnTo>
                  <a:pt x="0" y="369963"/>
                </a:lnTo>
                <a:lnTo>
                  <a:pt x="5858" y="398974"/>
                </a:lnTo>
                <a:lnTo>
                  <a:pt x="21832" y="422667"/>
                </a:lnTo>
                <a:lnTo>
                  <a:pt x="45525" y="438641"/>
                </a:lnTo>
                <a:lnTo>
                  <a:pt x="74536" y="444500"/>
                </a:lnTo>
                <a:lnTo>
                  <a:pt x="611263" y="444500"/>
                </a:lnTo>
                <a:lnTo>
                  <a:pt x="640274" y="438641"/>
                </a:lnTo>
                <a:lnTo>
                  <a:pt x="663967" y="422667"/>
                </a:lnTo>
                <a:lnTo>
                  <a:pt x="679941" y="398974"/>
                </a:lnTo>
                <a:lnTo>
                  <a:pt x="685800" y="369963"/>
                </a:lnTo>
                <a:lnTo>
                  <a:pt x="685800" y="74536"/>
                </a:lnTo>
                <a:lnTo>
                  <a:pt x="679941" y="45525"/>
                </a:lnTo>
                <a:lnTo>
                  <a:pt x="663967" y="21832"/>
                </a:lnTo>
                <a:lnTo>
                  <a:pt x="640274" y="5858"/>
                </a:lnTo>
                <a:lnTo>
                  <a:pt x="611263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"/>
          <p:cNvSpPr txBox="1"/>
          <p:nvPr/>
        </p:nvSpPr>
        <p:spPr>
          <a:xfrm>
            <a:off x="4543524" y="5226678"/>
            <a:ext cx="4305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2832100" y="5219693"/>
            <a:ext cx="711200" cy="444500"/>
          </a:xfrm>
          <a:custGeom>
            <a:avLst/>
            <a:gdLst/>
            <a:ahLst/>
            <a:cxnLst/>
            <a:rect l="l" t="t" r="r" b="b"/>
            <a:pathLst>
              <a:path w="711200" h="444500" extrusionOk="0">
                <a:moveTo>
                  <a:pt x="637120" y="0"/>
                </a:moveTo>
                <a:lnTo>
                  <a:pt x="74091" y="0"/>
                </a:lnTo>
                <a:lnTo>
                  <a:pt x="45252" y="5822"/>
                </a:lnTo>
                <a:lnTo>
                  <a:pt x="21701" y="21701"/>
                </a:lnTo>
                <a:lnTo>
                  <a:pt x="5822" y="45252"/>
                </a:lnTo>
                <a:lnTo>
                  <a:pt x="0" y="74091"/>
                </a:lnTo>
                <a:lnTo>
                  <a:pt x="0" y="370420"/>
                </a:lnTo>
                <a:lnTo>
                  <a:pt x="5822" y="399258"/>
                </a:lnTo>
                <a:lnTo>
                  <a:pt x="21701" y="422805"/>
                </a:lnTo>
                <a:lnTo>
                  <a:pt x="45252" y="438679"/>
                </a:lnTo>
                <a:lnTo>
                  <a:pt x="74091" y="444499"/>
                </a:lnTo>
                <a:lnTo>
                  <a:pt x="637120" y="444499"/>
                </a:lnTo>
                <a:lnTo>
                  <a:pt x="665953" y="438679"/>
                </a:lnTo>
                <a:lnTo>
                  <a:pt x="689500" y="422805"/>
                </a:lnTo>
                <a:lnTo>
                  <a:pt x="705377" y="399258"/>
                </a:lnTo>
                <a:lnTo>
                  <a:pt x="711200" y="370420"/>
                </a:lnTo>
                <a:lnTo>
                  <a:pt x="711200" y="74091"/>
                </a:lnTo>
                <a:lnTo>
                  <a:pt x="705377" y="45252"/>
                </a:lnTo>
                <a:lnTo>
                  <a:pt x="689500" y="21701"/>
                </a:lnTo>
                <a:lnTo>
                  <a:pt x="665953" y="5822"/>
                </a:lnTo>
                <a:lnTo>
                  <a:pt x="63712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1"/>
          <p:cNvSpPr txBox="1"/>
          <p:nvPr/>
        </p:nvSpPr>
        <p:spPr>
          <a:xfrm>
            <a:off x="3037942" y="5230573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2209800" y="3276601"/>
            <a:ext cx="749300" cy="419100"/>
          </a:xfrm>
          <a:custGeom>
            <a:avLst/>
            <a:gdLst/>
            <a:ahLst/>
            <a:cxnLst/>
            <a:rect l="l" t="t" r="r" b="b"/>
            <a:pathLst>
              <a:path w="749300" h="419100" extrusionOk="0">
                <a:moveTo>
                  <a:pt x="679450" y="0"/>
                </a:moveTo>
                <a:lnTo>
                  <a:pt x="69850" y="0"/>
                </a:lnTo>
                <a:lnTo>
                  <a:pt x="42658" y="5488"/>
                </a:lnTo>
                <a:lnTo>
                  <a:pt x="20456" y="20456"/>
                </a:lnTo>
                <a:lnTo>
                  <a:pt x="5488" y="4265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35"/>
                </a:lnTo>
                <a:lnTo>
                  <a:pt x="20456" y="398638"/>
                </a:lnTo>
                <a:lnTo>
                  <a:pt x="42658" y="413609"/>
                </a:lnTo>
                <a:lnTo>
                  <a:pt x="69850" y="419100"/>
                </a:lnTo>
                <a:lnTo>
                  <a:pt x="679450" y="419100"/>
                </a:lnTo>
                <a:lnTo>
                  <a:pt x="706635" y="413609"/>
                </a:lnTo>
                <a:lnTo>
                  <a:pt x="728838" y="398638"/>
                </a:lnTo>
                <a:lnTo>
                  <a:pt x="743809" y="376435"/>
                </a:lnTo>
                <a:lnTo>
                  <a:pt x="749300" y="349250"/>
                </a:lnTo>
                <a:lnTo>
                  <a:pt x="749300" y="69850"/>
                </a:lnTo>
                <a:lnTo>
                  <a:pt x="743809" y="42658"/>
                </a:lnTo>
                <a:lnTo>
                  <a:pt x="728838" y="20456"/>
                </a:lnTo>
                <a:lnTo>
                  <a:pt x="706635" y="5488"/>
                </a:lnTo>
                <a:lnTo>
                  <a:pt x="6794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1"/>
          <p:cNvSpPr txBox="1"/>
          <p:nvPr/>
        </p:nvSpPr>
        <p:spPr>
          <a:xfrm>
            <a:off x="2418144" y="3287109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5384800" y="4254497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 extrusionOk="0">
                <a:moveTo>
                  <a:pt x="670979" y="0"/>
                </a:moveTo>
                <a:lnTo>
                  <a:pt x="78320" y="0"/>
                </a:lnTo>
                <a:lnTo>
                  <a:pt x="47834" y="6154"/>
                </a:lnTo>
                <a:lnTo>
                  <a:pt x="22939" y="22939"/>
                </a:lnTo>
                <a:lnTo>
                  <a:pt x="6154" y="47834"/>
                </a:lnTo>
                <a:lnTo>
                  <a:pt x="0" y="78320"/>
                </a:lnTo>
                <a:lnTo>
                  <a:pt x="0" y="391579"/>
                </a:lnTo>
                <a:lnTo>
                  <a:pt x="6154" y="422065"/>
                </a:lnTo>
                <a:lnTo>
                  <a:pt x="22939" y="446960"/>
                </a:lnTo>
                <a:lnTo>
                  <a:pt x="47834" y="463745"/>
                </a:lnTo>
                <a:lnTo>
                  <a:pt x="78320" y="469900"/>
                </a:lnTo>
                <a:lnTo>
                  <a:pt x="670979" y="469900"/>
                </a:lnTo>
                <a:lnTo>
                  <a:pt x="701465" y="463745"/>
                </a:lnTo>
                <a:lnTo>
                  <a:pt x="726360" y="446960"/>
                </a:lnTo>
                <a:lnTo>
                  <a:pt x="743145" y="422065"/>
                </a:lnTo>
                <a:lnTo>
                  <a:pt x="749300" y="391579"/>
                </a:lnTo>
                <a:lnTo>
                  <a:pt x="749300" y="78320"/>
                </a:lnTo>
                <a:lnTo>
                  <a:pt x="743145" y="47834"/>
                </a:lnTo>
                <a:lnTo>
                  <a:pt x="726360" y="22939"/>
                </a:lnTo>
                <a:lnTo>
                  <a:pt x="701465" y="6154"/>
                </a:lnTo>
                <a:lnTo>
                  <a:pt x="670979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1"/>
          <p:cNvSpPr txBox="1"/>
          <p:nvPr/>
        </p:nvSpPr>
        <p:spPr>
          <a:xfrm>
            <a:off x="5572843" y="4291947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1"/>
          <p:cNvSpPr txBox="1"/>
          <p:nvPr/>
        </p:nvSpPr>
        <p:spPr>
          <a:xfrm>
            <a:off x="2299512" y="2718569"/>
            <a:ext cx="540139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1"/>
          <p:cNvSpPr txBox="1"/>
          <p:nvPr/>
        </p:nvSpPr>
        <p:spPr>
          <a:xfrm>
            <a:off x="4501371" y="2718569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1"/>
          <p:cNvSpPr txBox="1"/>
          <p:nvPr/>
        </p:nvSpPr>
        <p:spPr>
          <a:xfrm>
            <a:off x="5626285" y="3657150"/>
            <a:ext cx="80609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endParaRPr sz="16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1"/>
          <p:cNvSpPr txBox="1"/>
          <p:nvPr/>
        </p:nvSpPr>
        <p:spPr>
          <a:xfrm>
            <a:off x="3267133" y="3692100"/>
            <a:ext cx="15024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1"/>
          <p:cNvSpPr txBox="1"/>
          <p:nvPr/>
        </p:nvSpPr>
        <p:spPr>
          <a:xfrm>
            <a:off x="2758930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1"/>
          <p:cNvSpPr txBox="1"/>
          <p:nvPr/>
        </p:nvSpPr>
        <p:spPr>
          <a:xfrm>
            <a:off x="4705382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1"/>
          <p:cNvSpPr txBox="1"/>
          <p:nvPr/>
        </p:nvSpPr>
        <p:spPr>
          <a:xfrm>
            <a:off x="6549400" y="1592849"/>
            <a:ext cx="191278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6" name="Google Shape;486;p21"/>
          <p:cNvGraphicFramePr/>
          <p:nvPr/>
        </p:nvGraphicFramePr>
        <p:xfrm>
          <a:off x="6549400" y="2041650"/>
          <a:ext cx="3146900" cy="89422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73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150"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Refund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Marital Status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Taxable Income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Cheat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075"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450" b="1" u="none" strike="noStrike" cap="non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Married</a:t>
                      </a:r>
                      <a:endParaRPr sz="1450" b="1" u="none" strike="noStrike" cap="non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80K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45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49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87" name="Google Shape;487;p21"/>
          <p:cNvCxnSpPr/>
          <p:nvPr/>
        </p:nvCxnSpPr>
        <p:spPr>
          <a:xfrm flipH="1">
            <a:off x="6390405" y="2957400"/>
            <a:ext cx="1115387" cy="762503"/>
          </a:xfrm>
          <a:prstGeom prst="straightConnector1">
            <a:avLst/>
          </a:prstGeom>
          <a:noFill/>
          <a:ln w="9525" cap="flat" cmpd="sng">
            <a:solidFill>
              <a:srgbClr val="26B39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2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/>
              <a:t>Decision Tree for Tax Fraud Detection</a:t>
            </a:r>
            <a:endParaRPr sz="4000"/>
          </a:p>
        </p:txBody>
      </p:sp>
      <p:sp>
        <p:nvSpPr>
          <p:cNvPr id="493" name="Google Shape;493;p22"/>
          <p:cNvSpPr/>
          <p:nvPr/>
        </p:nvSpPr>
        <p:spPr>
          <a:xfrm>
            <a:off x="4420073" y="4550531"/>
            <a:ext cx="279400" cy="650240"/>
          </a:xfrm>
          <a:custGeom>
            <a:avLst/>
            <a:gdLst/>
            <a:ahLst/>
            <a:cxnLst/>
            <a:rect l="l" t="t" r="r" b="b"/>
            <a:pathLst>
              <a:path w="279400" h="650239" extrusionOk="0">
                <a:moveTo>
                  <a:pt x="11747" y="0"/>
                </a:moveTo>
                <a:lnTo>
                  <a:pt x="0" y="4838"/>
                </a:lnTo>
                <a:lnTo>
                  <a:pt x="237693" y="582079"/>
                </a:lnTo>
                <a:lnTo>
                  <a:pt x="208330" y="594169"/>
                </a:lnTo>
                <a:lnTo>
                  <a:pt x="272580" y="650113"/>
                </a:lnTo>
                <a:lnTo>
                  <a:pt x="277906" y="577240"/>
                </a:lnTo>
                <a:lnTo>
                  <a:pt x="249428" y="577240"/>
                </a:lnTo>
                <a:lnTo>
                  <a:pt x="11747" y="0"/>
                </a:lnTo>
                <a:close/>
              </a:path>
              <a:path w="279400" h="650239" extrusionOk="0">
                <a:moveTo>
                  <a:pt x="278790" y="565150"/>
                </a:moveTo>
                <a:lnTo>
                  <a:pt x="249428" y="577240"/>
                </a:lnTo>
                <a:lnTo>
                  <a:pt x="277906" y="577240"/>
                </a:lnTo>
                <a:lnTo>
                  <a:pt x="278790" y="565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3194047" y="4549895"/>
            <a:ext cx="361315" cy="650875"/>
          </a:xfrm>
          <a:custGeom>
            <a:avLst/>
            <a:gdLst/>
            <a:ahLst/>
            <a:cxnLst/>
            <a:rect l="l" t="t" r="r" b="b"/>
            <a:pathLst>
              <a:path w="361314" h="650875" extrusionOk="0">
                <a:moveTo>
                  <a:pt x="3276" y="565619"/>
                </a:moveTo>
                <a:lnTo>
                  <a:pt x="0" y="650760"/>
                </a:lnTo>
                <a:lnTo>
                  <a:pt x="70078" y="602297"/>
                </a:lnTo>
                <a:lnTo>
                  <a:pt x="42240" y="587019"/>
                </a:lnTo>
                <a:lnTo>
                  <a:pt x="45601" y="580897"/>
                </a:lnTo>
                <a:lnTo>
                  <a:pt x="31115" y="580897"/>
                </a:lnTo>
                <a:lnTo>
                  <a:pt x="3276" y="565619"/>
                </a:lnTo>
                <a:close/>
              </a:path>
              <a:path w="361314" h="650875" extrusionOk="0">
                <a:moveTo>
                  <a:pt x="350037" y="0"/>
                </a:moveTo>
                <a:lnTo>
                  <a:pt x="31115" y="580897"/>
                </a:lnTo>
                <a:lnTo>
                  <a:pt x="45601" y="580897"/>
                </a:lnTo>
                <a:lnTo>
                  <a:pt x="361175" y="6108"/>
                </a:lnTo>
                <a:lnTo>
                  <a:pt x="35003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3892547" y="3584157"/>
            <a:ext cx="450215" cy="651510"/>
          </a:xfrm>
          <a:custGeom>
            <a:avLst/>
            <a:gdLst/>
            <a:ahLst/>
            <a:cxnLst/>
            <a:rect l="l" t="t" r="r" b="b"/>
            <a:pathLst>
              <a:path w="450214" h="651510" extrusionOk="0">
                <a:moveTo>
                  <a:pt x="11709" y="566902"/>
                </a:moveTo>
                <a:lnTo>
                  <a:pt x="0" y="651294"/>
                </a:lnTo>
                <a:lnTo>
                  <a:pt x="74536" y="610019"/>
                </a:lnTo>
                <a:lnTo>
                  <a:pt x="48361" y="592061"/>
                </a:lnTo>
                <a:lnTo>
                  <a:pt x="53294" y="584873"/>
                </a:lnTo>
                <a:lnTo>
                  <a:pt x="37884" y="584873"/>
                </a:lnTo>
                <a:lnTo>
                  <a:pt x="11709" y="566902"/>
                </a:lnTo>
                <a:close/>
              </a:path>
              <a:path w="450214" h="651510" extrusionOk="0">
                <a:moveTo>
                  <a:pt x="439267" y="0"/>
                </a:moveTo>
                <a:lnTo>
                  <a:pt x="37884" y="584873"/>
                </a:lnTo>
                <a:lnTo>
                  <a:pt x="53294" y="584873"/>
                </a:lnTo>
                <a:lnTo>
                  <a:pt x="449745" y="7188"/>
                </a:lnTo>
                <a:lnTo>
                  <a:pt x="4392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5221147" y="3583713"/>
            <a:ext cx="538480" cy="652145"/>
          </a:xfrm>
          <a:custGeom>
            <a:avLst/>
            <a:gdLst/>
            <a:ahLst/>
            <a:cxnLst/>
            <a:rect l="l" t="t" r="r" b="b"/>
            <a:pathLst>
              <a:path w="538479" h="652145" extrusionOk="0">
                <a:moveTo>
                  <a:pt x="9804" y="0"/>
                </a:moveTo>
                <a:lnTo>
                  <a:pt x="0" y="8077"/>
                </a:lnTo>
                <a:lnTo>
                  <a:pt x="484962" y="596950"/>
                </a:lnTo>
                <a:lnTo>
                  <a:pt x="460451" y="617131"/>
                </a:lnTo>
                <a:lnTo>
                  <a:pt x="538302" y="651738"/>
                </a:lnTo>
                <a:lnTo>
                  <a:pt x="523900" y="588873"/>
                </a:lnTo>
                <a:lnTo>
                  <a:pt x="494766" y="588873"/>
                </a:lnTo>
                <a:lnTo>
                  <a:pt x="9804" y="0"/>
                </a:lnTo>
                <a:close/>
              </a:path>
              <a:path w="538479" h="652145" extrusionOk="0">
                <a:moveTo>
                  <a:pt x="519277" y="568693"/>
                </a:moveTo>
                <a:lnTo>
                  <a:pt x="494766" y="588873"/>
                </a:lnTo>
                <a:lnTo>
                  <a:pt x="523900" y="588873"/>
                </a:lnTo>
                <a:lnTo>
                  <a:pt x="519277" y="56869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4066060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8585" y="0"/>
                </a:moveTo>
                <a:lnTo>
                  <a:pt x="0" y="9359"/>
                </a:lnTo>
                <a:lnTo>
                  <a:pt x="566166" y="529310"/>
                </a:lnTo>
                <a:lnTo>
                  <a:pt x="544690" y="552704"/>
                </a:lnTo>
                <a:lnTo>
                  <a:pt x="626592" y="576173"/>
                </a:lnTo>
                <a:lnTo>
                  <a:pt x="605159" y="519963"/>
                </a:lnTo>
                <a:lnTo>
                  <a:pt x="574763" y="519963"/>
                </a:lnTo>
                <a:lnTo>
                  <a:pt x="8585" y="0"/>
                </a:lnTo>
                <a:close/>
              </a:path>
              <a:path w="626744" h="576579" extrusionOk="0">
                <a:moveTo>
                  <a:pt x="596239" y="496570"/>
                </a:moveTo>
                <a:lnTo>
                  <a:pt x="574763" y="519963"/>
                </a:lnTo>
                <a:lnTo>
                  <a:pt x="605159" y="519963"/>
                </a:lnTo>
                <a:lnTo>
                  <a:pt x="596239" y="49657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2"/>
          <p:cNvSpPr/>
          <p:nvPr/>
        </p:nvSpPr>
        <p:spPr>
          <a:xfrm>
            <a:off x="2571748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30353" y="496570"/>
                </a:moveTo>
                <a:lnTo>
                  <a:pt x="0" y="576173"/>
                </a:lnTo>
                <a:lnTo>
                  <a:pt x="81902" y="552704"/>
                </a:lnTo>
                <a:lnTo>
                  <a:pt x="60426" y="529310"/>
                </a:lnTo>
                <a:lnTo>
                  <a:pt x="70604" y="519963"/>
                </a:lnTo>
                <a:lnTo>
                  <a:pt x="51828" y="519963"/>
                </a:lnTo>
                <a:lnTo>
                  <a:pt x="30353" y="496570"/>
                </a:lnTo>
                <a:close/>
              </a:path>
              <a:path w="626744" h="576579" extrusionOk="0">
                <a:moveTo>
                  <a:pt x="618007" y="0"/>
                </a:moveTo>
                <a:lnTo>
                  <a:pt x="51828" y="519963"/>
                </a:lnTo>
                <a:lnTo>
                  <a:pt x="70604" y="519963"/>
                </a:lnTo>
                <a:lnTo>
                  <a:pt x="626592" y="9359"/>
                </a:lnTo>
                <a:lnTo>
                  <a:pt x="6180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2"/>
          <p:cNvSpPr txBox="1"/>
          <p:nvPr/>
        </p:nvSpPr>
        <p:spPr>
          <a:xfrm>
            <a:off x="3143250" y="2368550"/>
            <a:ext cx="10160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9350" rIns="0" bIns="0" anchor="t" anchorCtr="0">
            <a:noAutofit/>
          </a:bodyPr>
          <a:lstStyle/>
          <a:p>
            <a:pPr marL="151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>
            <a:off x="4248150" y="3257550"/>
            <a:ext cx="1028700" cy="3556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1900" rIns="0" bIns="0" anchor="t" anchorCtr="0">
            <a:noAutofit/>
          </a:bodyPr>
          <a:lstStyle/>
          <a:p>
            <a:pPr marL="22669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2"/>
          <p:cNvSpPr txBox="1"/>
          <p:nvPr/>
        </p:nvSpPr>
        <p:spPr>
          <a:xfrm>
            <a:off x="3460750" y="4235450"/>
            <a:ext cx="10541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175" rIns="0" bIns="0" anchor="t" anchorCtr="0">
            <a:noAutofit/>
          </a:bodyPr>
          <a:lstStyle/>
          <a:p>
            <a:pPr marL="20510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4470400" y="5194301"/>
            <a:ext cx="685800" cy="444500"/>
          </a:xfrm>
          <a:custGeom>
            <a:avLst/>
            <a:gdLst/>
            <a:ahLst/>
            <a:cxnLst/>
            <a:rect l="l" t="t" r="r" b="b"/>
            <a:pathLst>
              <a:path w="685800" h="444500" extrusionOk="0">
                <a:moveTo>
                  <a:pt x="611263" y="0"/>
                </a:moveTo>
                <a:lnTo>
                  <a:pt x="74536" y="0"/>
                </a:lnTo>
                <a:lnTo>
                  <a:pt x="45525" y="5858"/>
                </a:lnTo>
                <a:lnTo>
                  <a:pt x="21832" y="21832"/>
                </a:lnTo>
                <a:lnTo>
                  <a:pt x="5858" y="45525"/>
                </a:lnTo>
                <a:lnTo>
                  <a:pt x="0" y="74536"/>
                </a:lnTo>
                <a:lnTo>
                  <a:pt x="0" y="369963"/>
                </a:lnTo>
                <a:lnTo>
                  <a:pt x="5858" y="398974"/>
                </a:lnTo>
                <a:lnTo>
                  <a:pt x="21832" y="422667"/>
                </a:lnTo>
                <a:lnTo>
                  <a:pt x="45525" y="438641"/>
                </a:lnTo>
                <a:lnTo>
                  <a:pt x="74536" y="444500"/>
                </a:lnTo>
                <a:lnTo>
                  <a:pt x="611263" y="444500"/>
                </a:lnTo>
                <a:lnTo>
                  <a:pt x="640274" y="438641"/>
                </a:lnTo>
                <a:lnTo>
                  <a:pt x="663967" y="422667"/>
                </a:lnTo>
                <a:lnTo>
                  <a:pt x="679941" y="398974"/>
                </a:lnTo>
                <a:lnTo>
                  <a:pt x="685800" y="369963"/>
                </a:lnTo>
                <a:lnTo>
                  <a:pt x="685800" y="74536"/>
                </a:lnTo>
                <a:lnTo>
                  <a:pt x="679941" y="45525"/>
                </a:lnTo>
                <a:lnTo>
                  <a:pt x="663967" y="21832"/>
                </a:lnTo>
                <a:lnTo>
                  <a:pt x="640274" y="5858"/>
                </a:lnTo>
                <a:lnTo>
                  <a:pt x="611263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4543524" y="5226678"/>
            <a:ext cx="4305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2832100" y="5219693"/>
            <a:ext cx="711200" cy="444500"/>
          </a:xfrm>
          <a:custGeom>
            <a:avLst/>
            <a:gdLst/>
            <a:ahLst/>
            <a:cxnLst/>
            <a:rect l="l" t="t" r="r" b="b"/>
            <a:pathLst>
              <a:path w="711200" h="444500" extrusionOk="0">
                <a:moveTo>
                  <a:pt x="637120" y="0"/>
                </a:moveTo>
                <a:lnTo>
                  <a:pt x="74091" y="0"/>
                </a:lnTo>
                <a:lnTo>
                  <a:pt x="45252" y="5822"/>
                </a:lnTo>
                <a:lnTo>
                  <a:pt x="21701" y="21701"/>
                </a:lnTo>
                <a:lnTo>
                  <a:pt x="5822" y="45252"/>
                </a:lnTo>
                <a:lnTo>
                  <a:pt x="0" y="74091"/>
                </a:lnTo>
                <a:lnTo>
                  <a:pt x="0" y="370420"/>
                </a:lnTo>
                <a:lnTo>
                  <a:pt x="5822" y="399258"/>
                </a:lnTo>
                <a:lnTo>
                  <a:pt x="21701" y="422805"/>
                </a:lnTo>
                <a:lnTo>
                  <a:pt x="45252" y="438679"/>
                </a:lnTo>
                <a:lnTo>
                  <a:pt x="74091" y="444499"/>
                </a:lnTo>
                <a:lnTo>
                  <a:pt x="637120" y="444499"/>
                </a:lnTo>
                <a:lnTo>
                  <a:pt x="665953" y="438679"/>
                </a:lnTo>
                <a:lnTo>
                  <a:pt x="689500" y="422805"/>
                </a:lnTo>
                <a:lnTo>
                  <a:pt x="705377" y="399258"/>
                </a:lnTo>
                <a:lnTo>
                  <a:pt x="711200" y="370420"/>
                </a:lnTo>
                <a:lnTo>
                  <a:pt x="711200" y="74091"/>
                </a:lnTo>
                <a:lnTo>
                  <a:pt x="705377" y="45252"/>
                </a:lnTo>
                <a:lnTo>
                  <a:pt x="689500" y="21701"/>
                </a:lnTo>
                <a:lnTo>
                  <a:pt x="665953" y="5822"/>
                </a:lnTo>
                <a:lnTo>
                  <a:pt x="63712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2"/>
          <p:cNvSpPr txBox="1"/>
          <p:nvPr/>
        </p:nvSpPr>
        <p:spPr>
          <a:xfrm>
            <a:off x="3037942" y="5230573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2209800" y="3276601"/>
            <a:ext cx="749300" cy="419100"/>
          </a:xfrm>
          <a:custGeom>
            <a:avLst/>
            <a:gdLst/>
            <a:ahLst/>
            <a:cxnLst/>
            <a:rect l="l" t="t" r="r" b="b"/>
            <a:pathLst>
              <a:path w="749300" h="419100" extrusionOk="0">
                <a:moveTo>
                  <a:pt x="679450" y="0"/>
                </a:moveTo>
                <a:lnTo>
                  <a:pt x="69850" y="0"/>
                </a:lnTo>
                <a:lnTo>
                  <a:pt x="42658" y="5488"/>
                </a:lnTo>
                <a:lnTo>
                  <a:pt x="20456" y="20456"/>
                </a:lnTo>
                <a:lnTo>
                  <a:pt x="5488" y="4265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35"/>
                </a:lnTo>
                <a:lnTo>
                  <a:pt x="20456" y="398638"/>
                </a:lnTo>
                <a:lnTo>
                  <a:pt x="42658" y="413609"/>
                </a:lnTo>
                <a:lnTo>
                  <a:pt x="69850" y="419100"/>
                </a:lnTo>
                <a:lnTo>
                  <a:pt x="679450" y="419100"/>
                </a:lnTo>
                <a:lnTo>
                  <a:pt x="706635" y="413609"/>
                </a:lnTo>
                <a:lnTo>
                  <a:pt x="728838" y="398638"/>
                </a:lnTo>
                <a:lnTo>
                  <a:pt x="743809" y="376435"/>
                </a:lnTo>
                <a:lnTo>
                  <a:pt x="749300" y="349250"/>
                </a:lnTo>
                <a:lnTo>
                  <a:pt x="749300" y="69850"/>
                </a:lnTo>
                <a:lnTo>
                  <a:pt x="743809" y="42658"/>
                </a:lnTo>
                <a:lnTo>
                  <a:pt x="728838" y="20456"/>
                </a:lnTo>
                <a:lnTo>
                  <a:pt x="706635" y="5488"/>
                </a:lnTo>
                <a:lnTo>
                  <a:pt x="6794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2"/>
          <p:cNvSpPr txBox="1"/>
          <p:nvPr/>
        </p:nvSpPr>
        <p:spPr>
          <a:xfrm>
            <a:off x="2418144" y="3287109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5384800" y="4254497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 extrusionOk="0">
                <a:moveTo>
                  <a:pt x="670979" y="0"/>
                </a:moveTo>
                <a:lnTo>
                  <a:pt x="78320" y="0"/>
                </a:lnTo>
                <a:lnTo>
                  <a:pt x="47834" y="6154"/>
                </a:lnTo>
                <a:lnTo>
                  <a:pt x="22939" y="22939"/>
                </a:lnTo>
                <a:lnTo>
                  <a:pt x="6154" y="47834"/>
                </a:lnTo>
                <a:lnTo>
                  <a:pt x="0" y="78320"/>
                </a:lnTo>
                <a:lnTo>
                  <a:pt x="0" y="391579"/>
                </a:lnTo>
                <a:lnTo>
                  <a:pt x="6154" y="422065"/>
                </a:lnTo>
                <a:lnTo>
                  <a:pt x="22939" y="446960"/>
                </a:lnTo>
                <a:lnTo>
                  <a:pt x="47834" y="463745"/>
                </a:lnTo>
                <a:lnTo>
                  <a:pt x="78320" y="469900"/>
                </a:lnTo>
                <a:lnTo>
                  <a:pt x="670979" y="469900"/>
                </a:lnTo>
                <a:lnTo>
                  <a:pt x="701465" y="463745"/>
                </a:lnTo>
                <a:lnTo>
                  <a:pt x="726360" y="446960"/>
                </a:lnTo>
                <a:lnTo>
                  <a:pt x="743145" y="422065"/>
                </a:lnTo>
                <a:lnTo>
                  <a:pt x="749300" y="391579"/>
                </a:lnTo>
                <a:lnTo>
                  <a:pt x="749300" y="78320"/>
                </a:lnTo>
                <a:lnTo>
                  <a:pt x="743145" y="47834"/>
                </a:lnTo>
                <a:lnTo>
                  <a:pt x="726360" y="22939"/>
                </a:lnTo>
                <a:lnTo>
                  <a:pt x="701465" y="6154"/>
                </a:lnTo>
                <a:lnTo>
                  <a:pt x="670979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2"/>
          <p:cNvSpPr txBox="1"/>
          <p:nvPr/>
        </p:nvSpPr>
        <p:spPr>
          <a:xfrm>
            <a:off x="5572843" y="4291947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2"/>
          <p:cNvSpPr txBox="1"/>
          <p:nvPr/>
        </p:nvSpPr>
        <p:spPr>
          <a:xfrm>
            <a:off x="2299512" y="2718569"/>
            <a:ext cx="540139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2"/>
          <p:cNvSpPr txBox="1"/>
          <p:nvPr/>
        </p:nvSpPr>
        <p:spPr>
          <a:xfrm>
            <a:off x="4501371" y="2718569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2"/>
          <p:cNvSpPr txBox="1"/>
          <p:nvPr/>
        </p:nvSpPr>
        <p:spPr>
          <a:xfrm>
            <a:off x="5626285" y="3657150"/>
            <a:ext cx="80609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endParaRPr sz="16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3267133" y="3692100"/>
            <a:ext cx="15024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2"/>
          <p:cNvSpPr txBox="1"/>
          <p:nvPr/>
        </p:nvSpPr>
        <p:spPr>
          <a:xfrm>
            <a:off x="2758930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4705382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2"/>
          <p:cNvSpPr txBox="1"/>
          <p:nvPr/>
        </p:nvSpPr>
        <p:spPr>
          <a:xfrm>
            <a:off x="6549400" y="1592849"/>
            <a:ext cx="191278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7" name="Google Shape;517;p22"/>
          <p:cNvGraphicFramePr/>
          <p:nvPr/>
        </p:nvGraphicFramePr>
        <p:xfrm>
          <a:off x="6549400" y="2041650"/>
          <a:ext cx="3146900" cy="89422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73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150"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Refund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Marital Status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Taxable Income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Cheat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075"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450" b="1" u="none" strike="noStrike" cap="non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Married</a:t>
                      </a:r>
                      <a:endParaRPr sz="1450" b="1" u="none" strike="noStrike" cap="non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80K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450" u="none" strike="noStrike" cap="non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49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18" name="Google Shape;518;p22"/>
          <p:cNvCxnSpPr/>
          <p:nvPr/>
        </p:nvCxnSpPr>
        <p:spPr>
          <a:xfrm rot="10800000" flipH="1">
            <a:off x="6096000" y="2935875"/>
            <a:ext cx="3039035" cy="1528549"/>
          </a:xfrm>
          <a:prstGeom prst="straightConnector1">
            <a:avLst/>
          </a:prstGeom>
          <a:noFill/>
          <a:ln w="9525" cap="flat" cmpd="sng">
            <a:solidFill>
              <a:srgbClr val="00827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9" name="Google Shape;519;p22"/>
          <p:cNvSpPr txBox="1"/>
          <p:nvPr/>
        </p:nvSpPr>
        <p:spPr>
          <a:xfrm>
            <a:off x="7697367" y="3602008"/>
            <a:ext cx="18332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Assign Cheat to “No”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2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/>
              <a:t>Decision Tree for Tax Fraud Detection</a:t>
            </a:r>
            <a:endParaRPr sz="4000"/>
          </a:p>
        </p:txBody>
      </p:sp>
      <p:sp>
        <p:nvSpPr>
          <p:cNvPr id="493" name="Google Shape;493;p22"/>
          <p:cNvSpPr/>
          <p:nvPr/>
        </p:nvSpPr>
        <p:spPr>
          <a:xfrm>
            <a:off x="4420073" y="4550531"/>
            <a:ext cx="279400" cy="650240"/>
          </a:xfrm>
          <a:custGeom>
            <a:avLst/>
            <a:gdLst/>
            <a:ahLst/>
            <a:cxnLst/>
            <a:rect l="l" t="t" r="r" b="b"/>
            <a:pathLst>
              <a:path w="279400" h="650239" extrusionOk="0">
                <a:moveTo>
                  <a:pt x="11747" y="0"/>
                </a:moveTo>
                <a:lnTo>
                  <a:pt x="0" y="4838"/>
                </a:lnTo>
                <a:lnTo>
                  <a:pt x="237693" y="582079"/>
                </a:lnTo>
                <a:lnTo>
                  <a:pt x="208330" y="594169"/>
                </a:lnTo>
                <a:lnTo>
                  <a:pt x="272580" y="650113"/>
                </a:lnTo>
                <a:lnTo>
                  <a:pt x="277906" y="577240"/>
                </a:lnTo>
                <a:lnTo>
                  <a:pt x="249428" y="577240"/>
                </a:lnTo>
                <a:lnTo>
                  <a:pt x="11747" y="0"/>
                </a:lnTo>
                <a:close/>
              </a:path>
              <a:path w="279400" h="650239" extrusionOk="0">
                <a:moveTo>
                  <a:pt x="278790" y="565150"/>
                </a:moveTo>
                <a:lnTo>
                  <a:pt x="249428" y="577240"/>
                </a:lnTo>
                <a:lnTo>
                  <a:pt x="277906" y="577240"/>
                </a:lnTo>
                <a:lnTo>
                  <a:pt x="278790" y="565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3194047" y="4549895"/>
            <a:ext cx="361315" cy="650875"/>
          </a:xfrm>
          <a:custGeom>
            <a:avLst/>
            <a:gdLst/>
            <a:ahLst/>
            <a:cxnLst/>
            <a:rect l="l" t="t" r="r" b="b"/>
            <a:pathLst>
              <a:path w="361314" h="650875" extrusionOk="0">
                <a:moveTo>
                  <a:pt x="3276" y="565619"/>
                </a:moveTo>
                <a:lnTo>
                  <a:pt x="0" y="650760"/>
                </a:lnTo>
                <a:lnTo>
                  <a:pt x="70078" y="602297"/>
                </a:lnTo>
                <a:lnTo>
                  <a:pt x="42240" y="587019"/>
                </a:lnTo>
                <a:lnTo>
                  <a:pt x="45601" y="580897"/>
                </a:lnTo>
                <a:lnTo>
                  <a:pt x="31115" y="580897"/>
                </a:lnTo>
                <a:lnTo>
                  <a:pt x="3276" y="565619"/>
                </a:lnTo>
                <a:close/>
              </a:path>
              <a:path w="361314" h="650875" extrusionOk="0">
                <a:moveTo>
                  <a:pt x="350037" y="0"/>
                </a:moveTo>
                <a:lnTo>
                  <a:pt x="31115" y="580897"/>
                </a:lnTo>
                <a:lnTo>
                  <a:pt x="45601" y="580897"/>
                </a:lnTo>
                <a:lnTo>
                  <a:pt x="361175" y="6108"/>
                </a:lnTo>
                <a:lnTo>
                  <a:pt x="35003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3892547" y="3584157"/>
            <a:ext cx="450215" cy="651510"/>
          </a:xfrm>
          <a:custGeom>
            <a:avLst/>
            <a:gdLst/>
            <a:ahLst/>
            <a:cxnLst/>
            <a:rect l="l" t="t" r="r" b="b"/>
            <a:pathLst>
              <a:path w="450214" h="651510" extrusionOk="0">
                <a:moveTo>
                  <a:pt x="11709" y="566902"/>
                </a:moveTo>
                <a:lnTo>
                  <a:pt x="0" y="651294"/>
                </a:lnTo>
                <a:lnTo>
                  <a:pt x="74536" y="610019"/>
                </a:lnTo>
                <a:lnTo>
                  <a:pt x="48361" y="592061"/>
                </a:lnTo>
                <a:lnTo>
                  <a:pt x="53294" y="584873"/>
                </a:lnTo>
                <a:lnTo>
                  <a:pt x="37884" y="584873"/>
                </a:lnTo>
                <a:lnTo>
                  <a:pt x="11709" y="566902"/>
                </a:lnTo>
                <a:close/>
              </a:path>
              <a:path w="450214" h="651510" extrusionOk="0">
                <a:moveTo>
                  <a:pt x="439267" y="0"/>
                </a:moveTo>
                <a:lnTo>
                  <a:pt x="37884" y="584873"/>
                </a:lnTo>
                <a:lnTo>
                  <a:pt x="53294" y="584873"/>
                </a:lnTo>
                <a:lnTo>
                  <a:pt x="449745" y="7188"/>
                </a:lnTo>
                <a:lnTo>
                  <a:pt x="4392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5221147" y="3583713"/>
            <a:ext cx="538480" cy="652145"/>
          </a:xfrm>
          <a:custGeom>
            <a:avLst/>
            <a:gdLst/>
            <a:ahLst/>
            <a:cxnLst/>
            <a:rect l="l" t="t" r="r" b="b"/>
            <a:pathLst>
              <a:path w="538479" h="652145" extrusionOk="0">
                <a:moveTo>
                  <a:pt x="9804" y="0"/>
                </a:moveTo>
                <a:lnTo>
                  <a:pt x="0" y="8077"/>
                </a:lnTo>
                <a:lnTo>
                  <a:pt x="484962" y="596950"/>
                </a:lnTo>
                <a:lnTo>
                  <a:pt x="460451" y="617131"/>
                </a:lnTo>
                <a:lnTo>
                  <a:pt x="538302" y="651738"/>
                </a:lnTo>
                <a:lnTo>
                  <a:pt x="523900" y="588873"/>
                </a:lnTo>
                <a:lnTo>
                  <a:pt x="494766" y="588873"/>
                </a:lnTo>
                <a:lnTo>
                  <a:pt x="9804" y="0"/>
                </a:lnTo>
                <a:close/>
              </a:path>
              <a:path w="538479" h="652145" extrusionOk="0">
                <a:moveTo>
                  <a:pt x="519277" y="568693"/>
                </a:moveTo>
                <a:lnTo>
                  <a:pt x="494766" y="588873"/>
                </a:lnTo>
                <a:lnTo>
                  <a:pt x="523900" y="588873"/>
                </a:lnTo>
                <a:lnTo>
                  <a:pt x="519277" y="56869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4066060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8585" y="0"/>
                </a:moveTo>
                <a:lnTo>
                  <a:pt x="0" y="9359"/>
                </a:lnTo>
                <a:lnTo>
                  <a:pt x="566166" y="529310"/>
                </a:lnTo>
                <a:lnTo>
                  <a:pt x="544690" y="552704"/>
                </a:lnTo>
                <a:lnTo>
                  <a:pt x="626592" y="576173"/>
                </a:lnTo>
                <a:lnTo>
                  <a:pt x="605159" y="519963"/>
                </a:lnTo>
                <a:lnTo>
                  <a:pt x="574763" y="519963"/>
                </a:lnTo>
                <a:lnTo>
                  <a:pt x="8585" y="0"/>
                </a:lnTo>
                <a:close/>
              </a:path>
              <a:path w="626744" h="576579" extrusionOk="0">
                <a:moveTo>
                  <a:pt x="596239" y="496570"/>
                </a:moveTo>
                <a:lnTo>
                  <a:pt x="574763" y="519963"/>
                </a:lnTo>
                <a:lnTo>
                  <a:pt x="605159" y="519963"/>
                </a:lnTo>
                <a:lnTo>
                  <a:pt x="596239" y="49657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2"/>
          <p:cNvSpPr/>
          <p:nvPr/>
        </p:nvSpPr>
        <p:spPr>
          <a:xfrm>
            <a:off x="2571748" y="2681372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30353" y="496570"/>
                </a:moveTo>
                <a:lnTo>
                  <a:pt x="0" y="576173"/>
                </a:lnTo>
                <a:lnTo>
                  <a:pt x="81902" y="552704"/>
                </a:lnTo>
                <a:lnTo>
                  <a:pt x="60426" y="529310"/>
                </a:lnTo>
                <a:lnTo>
                  <a:pt x="70604" y="519963"/>
                </a:lnTo>
                <a:lnTo>
                  <a:pt x="51828" y="519963"/>
                </a:lnTo>
                <a:lnTo>
                  <a:pt x="30353" y="496570"/>
                </a:lnTo>
                <a:close/>
              </a:path>
              <a:path w="626744" h="576579" extrusionOk="0">
                <a:moveTo>
                  <a:pt x="618007" y="0"/>
                </a:moveTo>
                <a:lnTo>
                  <a:pt x="51828" y="519963"/>
                </a:lnTo>
                <a:lnTo>
                  <a:pt x="70604" y="519963"/>
                </a:lnTo>
                <a:lnTo>
                  <a:pt x="626592" y="9359"/>
                </a:lnTo>
                <a:lnTo>
                  <a:pt x="6180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2"/>
          <p:cNvSpPr txBox="1"/>
          <p:nvPr/>
        </p:nvSpPr>
        <p:spPr>
          <a:xfrm>
            <a:off x="3143250" y="2368550"/>
            <a:ext cx="10160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9350" rIns="0" bIns="0" anchor="t" anchorCtr="0">
            <a:noAutofit/>
          </a:bodyPr>
          <a:lstStyle/>
          <a:p>
            <a:pPr marL="151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>
            <a:off x="4248150" y="3257550"/>
            <a:ext cx="1028700" cy="3556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1900" rIns="0" bIns="0" anchor="t" anchorCtr="0">
            <a:noAutofit/>
          </a:bodyPr>
          <a:lstStyle/>
          <a:p>
            <a:pPr marL="22669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2"/>
          <p:cNvSpPr txBox="1"/>
          <p:nvPr/>
        </p:nvSpPr>
        <p:spPr>
          <a:xfrm>
            <a:off x="3460750" y="4235450"/>
            <a:ext cx="10541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175" rIns="0" bIns="0" anchor="t" anchorCtr="0">
            <a:noAutofit/>
          </a:bodyPr>
          <a:lstStyle/>
          <a:p>
            <a:pPr marL="20510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4470400" y="5194301"/>
            <a:ext cx="685800" cy="444500"/>
          </a:xfrm>
          <a:custGeom>
            <a:avLst/>
            <a:gdLst/>
            <a:ahLst/>
            <a:cxnLst/>
            <a:rect l="l" t="t" r="r" b="b"/>
            <a:pathLst>
              <a:path w="685800" h="444500" extrusionOk="0">
                <a:moveTo>
                  <a:pt x="611263" y="0"/>
                </a:moveTo>
                <a:lnTo>
                  <a:pt x="74536" y="0"/>
                </a:lnTo>
                <a:lnTo>
                  <a:pt x="45525" y="5858"/>
                </a:lnTo>
                <a:lnTo>
                  <a:pt x="21832" y="21832"/>
                </a:lnTo>
                <a:lnTo>
                  <a:pt x="5858" y="45525"/>
                </a:lnTo>
                <a:lnTo>
                  <a:pt x="0" y="74536"/>
                </a:lnTo>
                <a:lnTo>
                  <a:pt x="0" y="369963"/>
                </a:lnTo>
                <a:lnTo>
                  <a:pt x="5858" y="398974"/>
                </a:lnTo>
                <a:lnTo>
                  <a:pt x="21832" y="422667"/>
                </a:lnTo>
                <a:lnTo>
                  <a:pt x="45525" y="438641"/>
                </a:lnTo>
                <a:lnTo>
                  <a:pt x="74536" y="444500"/>
                </a:lnTo>
                <a:lnTo>
                  <a:pt x="611263" y="444500"/>
                </a:lnTo>
                <a:lnTo>
                  <a:pt x="640274" y="438641"/>
                </a:lnTo>
                <a:lnTo>
                  <a:pt x="663967" y="422667"/>
                </a:lnTo>
                <a:lnTo>
                  <a:pt x="679941" y="398974"/>
                </a:lnTo>
                <a:lnTo>
                  <a:pt x="685800" y="369963"/>
                </a:lnTo>
                <a:lnTo>
                  <a:pt x="685800" y="74536"/>
                </a:lnTo>
                <a:lnTo>
                  <a:pt x="679941" y="45525"/>
                </a:lnTo>
                <a:lnTo>
                  <a:pt x="663967" y="21832"/>
                </a:lnTo>
                <a:lnTo>
                  <a:pt x="640274" y="5858"/>
                </a:lnTo>
                <a:lnTo>
                  <a:pt x="611263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4543524" y="5226678"/>
            <a:ext cx="4305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2832100" y="5219693"/>
            <a:ext cx="711200" cy="444500"/>
          </a:xfrm>
          <a:custGeom>
            <a:avLst/>
            <a:gdLst/>
            <a:ahLst/>
            <a:cxnLst/>
            <a:rect l="l" t="t" r="r" b="b"/>
            <a:pathLst>
              <a:path w="711200" h="444500" extrusionOk="0">
                <a:moveTo>
                  <a:pt x="637120" y="0"/>
                </a:moveTo>
                <a:lnTo>
                  <a:pt x="74091" y="0"/>
                </a:lnTo>
                <a:lnTo>
                  <a:pt x="45252" y="5822"/>
                </a:lnTo>
                <a:lnTo>
                  <a:pt x="21701" y="21701"/>
                </a:lnTo>
                <a:lnTo>
                  <a:pt x="5822" y="45252"/>
                </a:lnTo>
                <a:lnTo>
                  <a:pt x="0" y="74091"/>
                </a:lnTo>
                <a:lnTo>
                  <a:pt x="0" y="370420"/>
                </a:lnTo>
                <a:lnTo>
                  <a:pt x="5822" y="399258"/>
                </a:lnTo>
                <a:lnTo>
                  <a:pt x="21701" y="422805"/>
                </a:lnTo>
                <a:lnTo>
                  <a:pt x="45252" y="438679"/>
                </a:lnTo>
                <a:lnTo>
                  <a:pt x="74091" y="444499"/>
                </a:lnTo>
                <a:lnTo>
                  <a:pt x="637120" y="444499"/>
                </a:lnTo>
                <a:lnTo>
                  <a:pt x="665953" y="438679"/>
                </a:lnTo>
                <a:lnTo>
                  <a:pt x="689500" y="422805"/>
                </a:lnTo>
                <a:lnTo>
                  <a:pt x="705377" y="399258"/>
                </a:lnTo>
                <a:lnTo>
                  <a:pt x="711200" y="370420"/>
                </a:lnTo>
                <a:lnTo>
                  <a:pt x="711200" y="74091"/>
                </a:lnTo>
                <a:lnTo>
                  <a:pt x="705377" y="45252"/>
                </a:lnTo>
                <a:lnTo>
                  <a:pt x="689500" y="21701"/>
                </a:lnTo>
                <a:lnTo>
                  <a:pt x="665953" y="5822"/>
                </a:lnTo>
                <a:lnTo>
                  <a:pt x="63712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2"/>
          <p:cNvSpPr txBox="1"/>
          <p:nvPr/>
        </p:nvSpPr>
        <p:spPr>
          <a:xfrm>
            <a:off x="3037942" y="5230573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2209800" y="3276601"/>
            <a:ext cx="749300" cy="419100"/>
          </a:xfrm>
          <a:custGeom>
            <a:avLst/>
            <a:gdLst/>
            <a:ahLst/>
            <a:cxnLst/>
            <a:rect l="l" t="t" r="r" b="b"/>
            <a:pathLst>
              <a:path w="749300" h="419100" extrusionOk="0">
                <a:moveTo>
                  <a:pt x="679450" y="0"/>
                </a:moveTo>
                <a:lnTo>
                  <a:pt x="69850" y="0"/>
                </a:lnTo>
                <a:lnTo>
                  <a:pt x="42658" y="5488"/>
                </a:lnTo>
                <a:lnTo>
                  <a:pt x="20456" y="20456"/>
                </a:lnTo>
                <a:lnTo>
                  <a:pt x="5488" y="4265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35"/>
                </a:lnTo>
                <a:lnTo>
                  <a:pt x="20456" y="398638"/>
                </a:lnTo>
                <a:lnTo>
                  <a:pt x="42658" y="413609"/>
                </a:lnTo>
                <a:lnTo>
                  <a:pt x="69850" y="419100"/>
                </a:lnTo>
                <a:lnTo>
                  <a:pt x="679450" y="419100"/>
                </a:lnTo>
                <a:lnTo>
                  <a:pt x="706635" y="413609"/>
                </a:lnTo>
                <a:lnTo>
                  <a:pt x="728838" y="398638"/>
                </a:lnTo>
                <a:lnTo>
                  <a:pt x="743809" y="376435"/>
                </a:lnTo>
                <a:lnTo>
                  <a:pt x="749300" y="349250"/>
                </a:lnTo>
                <a:lnTo>
                  <a:pt x="749300" y="69850"/>
                </a:lnTo>
                <a:lnTo>
                  <a:pt x="743809" y="42658"/>
                </a:lnTo>
                <a:lnTo>
                  <a:pt x="728838" y="20456"/>
                </a:lnTo>
                <a:lnTo>
                  <a:pt x="706635" y="5488"/>
                </a:lnTo>
                <a:lnTo>
                  <a:pt x="6794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2"/>
          <p:cNvSpPr txBox="1"/>
          <p:nvPr/>
        </p:nvSpPr>
        <p:spPr>
          <a:xfrm>
            <a:off x="2418144" y="3287109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5384800" y="4254497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 extrusionOk="0">
                <a:moveTo>
                  <a:pt x="670979" y="0"/>
                </a:moveTo>
                <a:lnTo>
                  <a:pt x="78320" y="0"/>
                </a:lnTo>
                <a:lnTo>
                  <a:pt x="47834" y="6154"/>
                </a:lnTo>
                <a:lnTo>
                  <a:pt x="22939" y="22939"/>
                </a:lnTo>
                <a:lnTo>
                  <a:pt x="6154" y="47834"/>
                </a:lnTo>
                <a:lnTo>
                  <a:pt x="0" y="78320"/>
                </a:lnTo>
                <a:lnTo>
                  <a:pt x="0" y="391579"/>
                </a:lnTo>
                <a:lnTo>
                  <a:pt x="6154" y="422065"/>
                </a:lnTo>
                <a:lnTo>
                  <a:pt x="22939" y="446960"/>
                </a:lnTo>
                <a:lnTo>
                  <a:pt x="47834" y="463745"/>
                </a:lnTo>
                <a:lnTo>
                  <a:pt x="78320" y="469900"/>
                </a:lnTo>
                <a:lnTo>
                  <a:pt x="670979" y="469900"/>
                </a:lnTo>
                <a:lnTo>
                  <a:pt x="701465" y="463745"/>
                </a:lnTo>
                <a:lnTo>
                  <a:pt x="726360" y="446960"/>
                </a:lnTo>
                <a:lnTo>
                  <a:pt x="743145" y="422065"/>
                </a:lnTo>
                <a:lnTo>
                  <a:pt x="749300" y="391579"/>
                </a:lnTo>
                <a:lnTo>
                  <a:pt x="749300" y="78320"/>
                </a:lnTo>
                <a:lnTo>
                  <a:pt x="743145" y="47834"/>
                </a:lnTo>
                <a:lnTo>
                  <a:pt x="726360" y="22939"/>
                </a:lnTo>
                <a:lnTo>
                  <a:pt x="701465" y="6154"/>
                </a:lnTo>
                <a:lnTo>
                  <a:pt x="670979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2"/>
          <p:cNvSpPr txBox="1"/>
          <p:nvPr/>
        </p:nvSpPr>
        <p:spPr>
          <a:xfrm>
            <a:off x="5572843" y="4291947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2"/>
          <p:cNvSpPr txBox="1"/>
          <p:nvPr/>
        </p:nvSpPr>
        <p:spPr>
          <a:xfrm>
            <a:off x="2299512" y="2718569"/>
            <a:ext cx="540139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2"/>
          <p:cNvSpPr txBox="1"/>
          <p:nvPr/>
        </p:nvSpPr>
        <p:spPr>
          <a:xfrm>
            <a:off x="4501371" y="2718569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2"/>
          <p:cNvSpPr txBox="1"/>
          <p:nvPr/>
        </p:nvSpPr>
        <p:spPr>
          <a:xfrm>
            <a:off x="5626285" y="3657150"/>
            <a:ext cx="80609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endParaRPr sz="1600" b="1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3267133" y="3692100"/>
            <a:ext cx="15024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2"/>
          <p:cNvSpPr txBox="1"/>
          <p:nvPr/>
        </p:nvSpPr>
        <p:spPr>
          <a:xfrm>
            <a:off x="2758930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4705382" y="4663803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2"/>
          <p:cNvSpPr txBox="1"/>
          <p:nvPr/>
        </p:nvSpPr>
        <p:spPr>
          <a:xfrm>
            <a:off x="6549400" y="1592849"/>
            <a:ext cx="191278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7" name="Google Shape;517;p22"/>
          <p:cNvGraphicFramePr/>
          <p:nvPr/>
        </p:nvGraphicFramePr>
        <p:xfrm>
          <a:off x="6549400" y="2041650"/>
          <a:ext cx="3146900" cy="89422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73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150"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Refund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Marital Status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Taxable Income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Cheat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075">
                <a:tc>
                  <a:txBody>
                    <a:bodyPr/>
                    <a:lstStyle/>
                    <a:p>
                      <a:pPr marL="5524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450" b="1" u="none" strike="noStrike" cap="non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Married</a:t>
                      </a:r>
                      <a:endParaRPr sz="1450" b="1" u="none" strike="noStrike" cap="non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u="none" strike="noStrike" cap="none">
                          <a:solidFill>
                            <a:srgbClr val="01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80K</a:t>
                      </a:r>
                      <a:endParaRPr sz="14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0000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lang="en-US" sz="1450" b="1" u="none" strike="noStrike" cap="non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450" u="none" strike="noStrike" cap="non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4925" marB="0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9" name="Google Shape;519;p22"/>
          <p:cNvSpPr txBox="1"/>
          <p:nvPr/>
        </p:nvSpPr>
        <p:spPr>
          <a:xfrm>
            <a:off x="7697367" y="3602008"/>
            <a:ext cx="18332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Assign Cheat to “No”</a:t>
            </a:r>
            <a:endParaRPr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31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>
            <a:spLocks noGrp="1"/>
          </p:cNvSpPr>
          <p:nvPr>
            <p:ph type="title"/>
          </p:nvPr>
        </p:nvSpPr>
        <p:spPr>
          <a:xfrm>
            <a:off x="480695" y="489466"/>
            <a:ext cx="10515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Structure of a decision tree</a:t>
            </a:r>
            <a:endParaRPr dirty="0"/>
          </a:p>
        </p:txBody>
      </p:sp>
      <p:sp>
        <p:nvSpPr>
          <p:cNvPr id="214" name="Google Shape;214;p13"/>
          <p:cNvSpPr txBox="1">
            <a:spLocks noGrp="1"/>
          </p:cNvSpPr>
          <p:nvPr>
            <p:ph type="body" idx="1"/>
          </p:nvPr>
        </p:nvSpPr>
        <p:spPr>
          <a:xfrm>
            <a:off x="580768" y="1697975"/>
            <a:ext cx="6535174" cy="4023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11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b="1" dirty="0"/>
              <a:t>Internal nodes</a:t>
            </a:r>
            <a:r>
              <a:rPr lang="en-US" dirty="0"/>
              <a:t> (yellow) sort instances based on an </a:t>
            </a:r>
            <a:r>
              <a:rPr lang="en-US" i="1" dirty="0"/>
              <a:t>attribute</a:t>
            </a:r>
            <a:r>
              <a:rPr lang="en-US" dirty="0"/>
              <a:t>.</a:t>
            </a:r>
            <a:endParaRPr dirty="0"/>
          </a:p>
          <a:p>
            <a:pPr marL="457200" lvl="0" indent="-411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b="1" dirty="0"/>
              <a:t>Edges</a:t>
            </a:r>
            <a:r>
              <a:rPr lang="en-US" dirty="0"/>
              <a:t> assign instances to a child node based on their </a:t>
            </a:r>
            <a:r>
              <a:rPr lang="en-US" i="1" dirty="0"/>
              <a:t>attribute values</a:t>
            </a:r>
            <a:r>
              <a:rPr lang="en-US" dirty="0"/>
              <a:t>.</a:t>
            </a:r>
          </a:p>
          <a:p>
            <a:pPr indent="-411480"/>
            <a:r>
              <a:rPr lang="en-US" b="1" dirty="0"/>
              <a:t>Leaf nodes</a:t>
            </a:r>
            <a:r>
              <a:rPr lang="en-US" dirty="0"/>
              <a:t> (blue) classify instances with a </a:t>
            </a:r>
            <a:r>
              <a:rPr lang="en-US" i="1" dirty="0"/>
              <a:t>label</a:t>
            </a:r>
            <a:r>
              <a:rPr lang="en-US" dirty="0"/>
              <a:t>.</a:t>
            </a:r>
          </a:p>
        </p:txBody>
      </p:sp>
      <p:sp>
        <p:nvSpPr>
          <p:cNvPr id="215" name="Google Shape;215;p13"/>
          <p:cNvSpPr/>
          <p:nvPr/>
        </p:nvSpPr>
        <p:spPr>
          <a:xfrm>
            <a:off x="9624055" y="4230748"/>
            <a:ext cx="250190" cy="523875"/>
          </a:xfrm>
          <a:custGeom>
            <a:avLst/>
            <a:gdLst/>
            <a:ahLst/>
            <a:cxnLst/>
            <a:rect l="l" t="t" r="r" b="b"/>
            <a:pathLst>
              <a:path w="250190" h="523875" extrusionOk="0">
                <a:moveTo>
                  <a:pt x="11518" y="0"/>
                </a:moveTo>
                <a:lnTo>
                  <a:pt x="0" y="5334"/>
                </a:lnTo>
                <a:lnTo>
                  <a:pt x="209257" y="456907"/>
                </a:lnTo>
                <a:lnTo>
                  <a:pt x="180454" y="470255"/>
                </a:lnTo>
                <a:lnTo>
                  <a:pt x="247053" y="523367"/>
                </a:lnTo>
                <a:lnTo>
                  <a:pt x="249194" y="451561"/>
                </a:lnTo>
                <a:lnTo>
                  <a:pt x="220776" y="451561"/>
                </a:lnTo>
                <a:lnTo>
                  <a:pt x="11518" y="0"/>
                </a:lnTo>
                <a:close/>
              </a:path>
              <a:path w="250190" h="523875" extrusionOk="0">
                <a:moveTo>
                  <a:pt x="249593" y="438213"/>
                </a:moveTo>
                <a:lnTo>
                  <a:pt x="220776" y="451561"/>
                </a:lnTo>
                <a:lnTo>
                  <a:pt x="249194" y="451561"/>
                </a:lnTo>
                <a:lnTo>
                  <a:pt x="249593" y="4382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8499515" y="4230110"/>
            <a:ext cx="323215" cy="524510"/>
          </a:xfrm>
          <a:custGeom>
            <a:avLst/>
            <a:gdLst/>
            <a:ahLst/>
            <a:cxnLst/>
            <a:rect l="l" t="t" r="r" b="b"/>
            <a:pathLst>
              <a:path w="323214" h="524510" extrusionOk="0">
                <a:moveTo>
                  <a:pt x="7137" y="439115"/>
                </a:moveTo>
                <a:lnTo>
                  <a:pt x="0" y="524002"/>
                </a:lnTo>
                <a:lnTo>
                  <a:pt x="72199" y="478777"/>
                </a:lnTo>
                <a:lnTo>
                  <a:pt x="45084" y="462254"/>
                </a:lnTo>
                <a:lnTo>
                  <a:pt x="49119" y="455637"/>
                </a:lnTo>
                <a:lnTo>
                  <a:pt x="34251" y="455637"/>
                </a:lnTo>
                <a:lnTo>
                  <a:pt x="7137" y="439115"/>
                </a:lnTo>
                <a:close/>
              </a:path>
              <a:path w="323214" h="524510" extrusionOk="0">
                <a:moveTo>
                  <a:pt x="312077" y="0"/>
                </a:moveTo>
                <a:lnTo>
                  <a:pt x="34251" y="455637"/>
                </a:lnTo>
                <a:lnTo>
                  <a:pt x="49119" y="455637"/>
                </a:lnTo>
                <a:lnTo>
                  <a:pt x="322922" y="6616"/>
                </a:lnTo>
                <a:lnTo>
                  <a:pt x="31207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9134516" y="3429469"/>
            <a:ext cx="411480" cy="537845"/>
          </a:xfrm>
          <a:custGeom>
            <a:avLst/>
            <a:gdLst/>
            <a:ahLst/>
            <a:cxnLst/>
            <a:rect l="l" t="t" r="r" b="b"/>
            <a:pathLst>
              <a:path w="411479" h="537845" extrusionOk="0">
                <a:moveTo>
                  <a:pt x="15874" y="453542"/>
                </a:moveTo>
                <a:lnTo>
                  <a:pt x="0" y="537248"/>
                </a:lnTo>
                <a:lnTo>
                  <a:pt x="76479" y="499719"/>
                </a:lnTo>
                <a:lnTo>
                  <a:pt x="51231" y="480479"/>
                </a:lnTo>
                <a:lnTo>
                  <a:pt x="57095" y="472782"/>
                </a:lnTo>
                <a:lnTo>
                  <a:pt x="41122" y="472782"/>
                </a:lnTo>
                <a:lnTo>
                  <a:pt x="15874" y="453542"/>
                </a:lnTo>
                <a:close/>
              </a:path>
              <a:path w="411479" h="537845" extrusionOk="0">
                <a:moveTo>
                  <a:pt x="401345" y="0"/>
                </a:moveTo>
                <a:lnTo>
                  <a:pt x="41122" y="472782"/>
                </a:lnTo>
                <a:lnTo>
                  <a:pt x="57095" y="472782"/>
                </a:lnTo>
                <a:lnTo>
                  <a:pt x="411441" y="7696"/>
                </a:lnTo>
                <a:lnTo>
                  <a:pt x="4013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0348998" y="3429056"/>
            <a:ext cx="487680" cy="537845"/>
          </a:xfrm>
          <a:custGeom>
            <a:avLst/>
            <a:gdLst/>
            <a:ahLst/>
            <a:cxnLst/>
            <a:rect l="l" t="t" r="r" b="b"/>
            <a:pathLst>
              <a:path w="487679" h="537845" extrusionOk="0">
                <a:moveTo>
                  <a:pt x="9423" y="0"/>
                </a:moveTo>
                <a:lnTo>
                  <a:pt x="0" y="8521"/>
                </a:lnTo>
                <a:lnTo>
                  <a:pt x="431482" y="485419"/>
                </a:lnTo>
                <a:lnTo>
                  <a:pt x="407936" y="506717"/>
                </a:lnTo>
                <a:lnTo>
                  <a:pt x="487311" y="537654"/>
                </a:lnTo>
                <a:lnTo>
                  <a:pt x="470378" y="476897"/>
                </a:lnTo>
                <a:lnTo>
                  <a:pt x="440893" y="476897"/>
                </a:lnTo>
                <a:lnTo>
                  <a:pt x="9423" y="0"/>
                </a:lnTo>
                <a:close/>
              </a:path>
              <a:path w="487679" h="537845" extrusionOk="0">
                <a:moveTo>
                  <a:pt x="464438" y="455587"/>
                </a:moveTo>
                <a:lnTo>
                  <a:pt x="440893" y="476897"/>
                </a:lnTo>
                <a:lnTo>
                  <a:pt x="470378" y="476897"/>
                </a:lnTo>
                <a:lnTo>
                  <a:pt x="464438" y="45558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9295582" y="2704512"/>
            <a:ext cx="575945" cy="474980"/>
          </a:xfrm>
          <a:custGeom>
            <a:avLst/>
            <a:gdLst/>
            <a:ahLst/>
            <a:cxnLst/>
            <a:rect l="l" t="t" r="r" b="b"/>
            <a:pathLst>
              <a:path w="575945" h="474980" extrusionOk="0">
                <a:moveTo>
                  <a:pt x="8064" y="0"/>
                </a:moveTo>
                <a:lnTo>
                  <a:pt x="0" y="9804"/>
                </a:lnTo>
                <a:lnTo>
                  <a:pt x="512635" y="431317"/>
                </a:lnTo>
                <a:lnTo>
                  <a:pt x="492467" y="455841"/>
                </a:lnTo>
                <a:lnTo>
                  <a:pt x="575525" y="474802"/>
                </a:lnTo>
                <a:lnTo>
                  <a:pt x="551788" y="421500"/>
                </a:lnTo>
                <a:lnTo>
                  <a:pt x="520699" y="421500"/>
                </a:lnTo>
                <a:lnTo>
                  <a:pt x="8064" y="0"/>
                </a:lnTo>
                <a:close/>
              </a:path>
              <a:path w="575945" h="474980" extrusionOk="0">
                <a:moveTo>
                  <a:pt x="540867" y="396976"/>
                </a:moveTo>
                <a:lnTo>
                  <a:pt x="520699" y="421500"/>
                </a:lnTo>
                <a:lnTo>
                  <a:pt x="551788" y="421500"/>
                </a:lnTo>
                <a:lnTo>
                  <a:pt x="540867" y="3969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7928018" y="2704512"/>
            <a:ext cx="575945" cy="474980"/>
          </a:xfrm>
          <a:custGeom>
            <a:avLst/>
            <a:gdLst/>
            <a:ahLst/>
            <a:cxnLst/>
            <a:rect l="l" t="t" r="r" b="b"/>
            <a:pathLst>
              <a:path w="575945" h="474980" extrusionOk="0">
                <a:moveTo>
                  <a:pt x="34658" y="396976"/>
                </a:moveTo>
                <a:lnTo>
                  <a:pt x="0" y="474802"/>
                </a:lnTo>
                <a:lnTo>
                  <a:pt x="83045" y="455841"/>
                </a:lnTo>
                <a:lnTo>
                  <a:pt x="62890" y="431317"/>
                </a:lnTo>
                <a:lnTo>
                  <a:pt x="74829" y="421500"/>
                </a:lnTo>
                <a:lnTo>
                  <a:pt x="54825" y="421500"/>
                </a:lnTo>
                <a:lnTo>
                  <a:pt x="34658" y="396976"/>
                </a:lnTo>
                <a:close/>
              </a:path>
              <a:path w="575945" h="474980" extrusionOk="0">
                <a:moveTo>
                  <a:pt x="567461" y="0"/>
                </a:moveTo>
                <a:lnTo>
                  <a:pt x="54825" y="421500"/>
                </a:lnTo>
                <a:lnTo>
                  <a:pt x="74829" y="421500"/>
                </a:lnTo>
                <a:lnTo>
                  <a:pt x="575525" y="9804"/>
                </a:lnTo>
                <a:lnTo>
                  <a:pt x="56746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8463072" y="2448150"/>
            <a:ext cx="911225" cy="344805"/>
          </a:xfrm>
          <a:prstGeom prst="rect">
            <a:avLst/>
          </a:prstGeom>
          <a:solidFill>
            <a:srgbClr val="FFFF00"/>
          </a:solidFill>
          <a:ln w="123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825" rIns="0" bIns="0" anchor="t" anchorCtr="0">
            <a:noAutofit/>
          </a:bodyPr>
          <a:lstStyle/>
          <a:p>
            <a:pPr marL="9461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9478878" y="3184555"/>
            <a:ext cx="898525" cy="332740"/>
          </a:xfrm>
          <a:prstGeom prst="rect">
            <a:avLst/>
          </a:prstGeom>
          <a:solidFill>
            <a:srgbClr val="FFFF00"/>
          </a:solidFill>
          <a:ln w="123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7300" rIns="0" bIns="0" anchor="t" anchorCtr="0">
            <a:noAutofit/>
          </a:bodyPr>
          <a:lstStyle/>
          <a:p>
            <a:pPr marL="16065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 txBox="1"/>
          <p:nvPr/>
        </p:nvSpPr>
        <p:spPr>
          <a:xfrm>
            <a:off x="8755560" y="3971955"/>
            <a:ext cx="935355" cy="332740"/>
          </a:xfrm>
          <a:prstGeom prst="rect">
            <a:avLst/>
          </a:prstGeom>
          <a:solidFill>
            <a:srgbClr val="FFFF00"/>
          </a:solidFill>
          <a:ln w="123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2375" rIns="0" bIns="0" anchor="t" anchorCtr="0">
            <a:noAutofit/>
          </a:bodyPr>
          <a:lstStyle/>
          <a:p>
            <a:pPr marL="14414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9661562" y="4747766"/>
            <a:ext cx="622300" cy="368300"/>
          </a:xfrm>
          <a:custGeom>
            <a:avLst/>
            <a:gdLst/>
            <a:ahLst/>
            <a:cxnLst/>
            <a:rect l="l" t="t" r="r" b="b"/>
            <a:pathLst>
              <a:path w="622300" h="368300" extrusionOk="0">
                <a:moveTo>
                  <a:pt x="560539" y="0"/>
                </a:moveTo>
                <a:lnTo>
                  <a:pt x="61760" y="0"/>
                </a:lnTo>
                <a:lnTo>
                  <a:pt x="37719" y="4852"/>
                </a:lnTo>
                <a:lnTo>
                  <a:pt x="18087" y="18087"/>
                </a:lnTo>
                <a:lnTo>
                  <a:pt x="4852" y="37719"/>
                </a:lnTo>
                <a:lnTo>
                  <a:pt x="0" y="61760"/>
                </a:lnTo>
                <a:lnTo>
                  <a:pt x="0" y="306539"/>
                </a:lnTo>
                <a:lnTo>
                  <a:pt x="4852" y="330581"/>
                </a:lnTo>
                <a:lnTo>
                  <a:pt x="18087" y="350212"/>
                </a:lnTo>
                <a:lnTo>
                  <a:pt x="37719" y="363447"/>
                </a:lnTo>
                <a:lnTo>
                  <a:pt x="61760" y="368300"/>
                </a:lnTo>
                <a:lnTo>
                  <a:pt x="560539" y="368300"/>
                </a:lnTo>
                <a:lnTo>
                  <a:pt x="584580" y="363447"/>
                </a:lnTo>
                <a:lnTo>
                  <a:pt x="604212" y="350212"/>
                </a:lnTo>
                <a:lnTo>
                  <a:pt x="617447" y="330581"/>
                </a:lnTo>
                <a:lnTo>
                  <a:pt x="622300" y="306539"/>
                </a:lnTo>
                <a:lnTo>
                  <a:pt x="622300" y="61760"/>
                </a:lnTo>
                <a:lnTo>
                  <a:pt x="617447" y="37719"/>
                </a:lnTo>
                <a:lnTo>
                  <a:pt x="604212" y="18087"/>
                </a:lnTo>
                <a:lnTo>
                  <a:pt x="584581" y="4852"/>
                </a:lnTo>
                <a:lnTo>
                  <a:pt x="560539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9708394" y="4780786"/>
            <a:ext cx="4305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8162962" y="4760471"/>
            <a:ext cx="660400" cy="368300"/>
          </a:xfrm>
          <a:custGeom>
            <a:avLst/>
            <a:gdLst/>
            <a:ahLst/>
            <a:cxnLst/>
            <a:rect l="l" t="t" r="r" b="b"/>
            <a:pathLst>
              <a:path w="660400" h="368300" extrusionOk="0">
                <a:moveTo>
                  <a:pt x="599020" y="0"/>
                </a:moveTo>
                <a:lnTo>
                  <a:pt x="61379" y="0"/>
                </a:lnTo>
                <a:lnTo>
                  <a:pt x="37488" y="4823"/>
                </a:lnTo>
                <a:lnTo>
                  <a:pt x="17978" y="17978"/>
                </a:lnTo>
                <a:lnTo>
                  <a:pt x="4823" y="37488"/>
                </a:lnTo>
                <a:lnTo>
                  <a:pt x="0" y="61379"/>
                </a:lnTo>
                <a:lnTo>
                  <a:pt x="0" y="306908"/>
                </a:lnTo>
                <a:lnTo>
                  <a:pt x="4823" y="330806"/>
                </a:lnTo>
                <a:lnTo>
                  <a:pt x="17978" y="350319"/>
                </a:lnTo>
                <a:lnTo>
                  <a:pt x="37488" y="363475"/>
                </a:lnTo>
                <a:lnTo>
                  <a:pt x="61379" y="368300"/>
                </a:lnTo>
                <a:lnTo>
                  <a:pt x="599020" y="368300"/>
                </a:lnTo>
                <a:lnTo>
                  <a:pt x="622911" y="363475"/>
                </a:lnTo>
                <a:lnTo>
                  <a:pt x="642421" y="350319"/>
                </a:lnTo>
                <a:lnTo>
                  <a:pt x="655576" y="330806"/>
                </a:lnTo>
                <a:lnTo>
                  <a:pt x="660400" y="306908"/>
                </a:lnTo>
                <a:lnTo>
                  <a:pt x="660400" y="61379"/>
                </a:lnTo>
                <a:lnTo>
                  <a:pt x="655576" y="37488"/>
                </a:lnTo>
                <a:lnTo>
                  <a:pt x="642421" y="17978"/>
                </a:lnTo>
                <a:lnTo>
                  <a:pt x="622911" y="4823"/>
                </a:lnTo>
                <a:lnTo>
                  <a:pt x="59902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 txBox="1"/>
          <p:nvPr/>
        </p:nvSpPr>
        <p:spPr>
          <a:xfrm>
            <a:off x="8340762" y="4783961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7604162" y="3185668"/>
            <a:ext cx="685800" cy="342900"/>
          </a:xfrm>
          <a:custGeom>
            <a:avLst/>
            <a:gdLst/>
            <a:ahLst/>
            <a:cxnLst/>
            <a:rect l="l" t="t" r="r" b="b"/>
            <a:pathLst>
              <a:path w="685800" h="342900" extrusionOk="0">
                <a:moveTo>
                  <a:pt x="628650" y="0"/>
                </a:moveTo>
                <a:lnTo>
                  <a:pt x="57150" y="0"/>
                </a:lnTo>
                <a:lnTo>
                  <a:pt x="34906" y="4491"/>
                </a:lnTo>
                <a:lnTo>
                  <a:pt x="16740" y="16740"/>
                </a:lnTo>
                <a:lnTo>
                  <a:pt x="4491" y="34906"/>
                </a:lnTo>
                <a:lnTo>
                  <a:pt x="0" y="57150"/>
                </a:lnTo>
                <a:lnTo>
                  <a:pt x="0" y="285750"/>
                </a:lnTo>
                <a:lnTo>
                  <a:pt x="4491" y="307993"/>
                </a:lnTo>
                <a:lnTo>
                  <a:pt x="16740" y="326159"/>
                </a:lnTo>
                <a:lnTo>
                  <a:pt x="34906" y="338408"/>
                </a:lnTo>
                <a:lnTo>
                  <a:pt x="57150" y="342900"/>
                </a:lnTo>
                <a:lnTo>
                  <a:pt x="628650" y="342900"/>
                </a:lnTo>
                <a:lnTo>
                  <a:pt x="650893" y="338408"/>
                </a:lnTo>
                <a:lnTo>
                  <a:pt x="669059" y="326159"/>
                </a:lnTo>
                <a:lnTo>
                  <a:pt x="681308" y="307993"/>
                </a:lnTo>
                <a:lnTo>
                  <a:pt x="685800" y="285750"/>
                </a:lnTo>
                <a:lnTo>
                  <a:pt x="685800" y="57150"/>
                </a:lnTo>
                <a:lnTo>
                  <a:pt x="681308" y="34906"/>
                </a:lnTo>
                <a:lnTo>
                  <a:pt x="669059" y="16740"/>
                </a:lnTo>
                <a:lnTo>
                  <a:pt x="650893" y="4491"/>
                </a:lnTo>
                <a:lnTo>
                  <a:pt x="6286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7774025" y="3199636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10499762" y="3985768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622300" y="0"/>
                </a:moveTo>
                <a:lnTo>
                  <a:pt x="63500" y="0"/>
                </a:lnTo>
                <a:lnTo>
                  <a:pt x="38785" y="4989"/>
                </a:lnTo>
                <a:lnTo>
                  <a:pt x="18600" y="18595"/>
                </a:lnTo>
                <a:lnTo>
                  <a:pt x="4990" y="38779"/>
                </a:lnTo>
                <a:lnTo>
                  <a:pt x="0" y="63500"/>
                </a:lnTo>
                <a:lnTo>
                  <a:pt x="0" y="317500"/>
                </a:lnTo>
                <a:lnTo>
                  <a:pt x="4990" y="342214"/>
                </a:lnTo>
                <a:lnTo>
                  <a:pt x="18600" y="362399"/>
                </a:lnTo>
                <a:lnTo>
                  <a:pt x="38785" y="376009"/>
                </a:lnTo>
                <a:lnTo>
                  <a:pt x="63500" y="381000"/>
                </a:lnTo>
                <a:lnTo>
                  <a:pt x="622300" y="381000"/>
                </a:lnTo>
                <a:lnTo>
                  <a:pt x="647014" y="376009"/>
                </a:lnTo>
                <a:lnTo>
                  <a:pt x="667199" y="362399"/>
                </a:lnTo>
                <a:lnTo>
                  <a:pt x="680809" y="342214"/>
                </a:lnTo>
                <a:lnTo>
                  <a:pt x="685800" y="317500"/>
                </a:lnTo>
                <a:lnTo>
                  <a:pt x="685800" y="63500"/>
                </a:lnTo>
                <a:lnTo>
                  <a:pt x="680809" y="38779"/>
                </a:lnTo>
                <a:lnTo>
                  <a:pt x="667199" y="18595"/>
                </a:lnTo>
                <a:lnTo>
                  <a:pt x="647014" y="4989"/>
                </a:lnTo>
                <a:lnTo>
                  <a:pt x="62230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10650576" y="4018786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7800552" y="2672762"/>
            <a:ext cx="5759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9656116" y="2736188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10638790" y="3501439"/>
            <a:ext cx="7150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7682541" y="3603134"/>
            <a:ext cx="15024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3"/>
          <p:cNvSpPr txBox="1"/>
          <p:nvPr/>
        </p:nvSpPr>
        <p:spPr>
          <a:xfrm>
            <a:off x="8043317" y="4322164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9818066" y="4322164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8"/>
          <p:cNvSpPr txBox="1">
            <a:spLocks noGrp="1"/>
          </p:cNvSpPr>
          <p:nvPr>
            <p:ph type="ctrTitle"/>
          </p:nvPr>
        </p:nvSpPr>
        <p:spPr>
          <a:xfrm>
            <a:off x="1658470" y="2166925"/>
            <a:ext cx="8875059" cy="200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9350" tIns="0" rIns="399350" bIns="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Decision Tree Induction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"/>
          <p:cNvSpPr txBox="1">
            <a:spLocks noGrp="1"/>
          </p:cNvSpPr>
          <p:nvPr>
            <p:ph type="title"/>
          </p:nvPr>
        </p:nvSpPr>
        <p:spPr>
          <a:xfrm>
            <a:off x="804672" y="576575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Another Example of Decision Tree</a:t>
            </a:r>
            <a:endParaRPr/>
          </a:p>
        </p:txBody>
      </p:sp>
      <p:sp>
        <p:nvSpPr>
          <p:cNvPr id="585" name="Google Shape;585;p6"/>
          <p:cNvSpPr/>
          <p:nvPr/>
        </p:nvSpPr>
        <p:spPr>
          <a:xfrm>
            <a:off x="9779592" y="3381881"/>
            <a:ext cx="250190" cy="523875"/>
          </a:xfrm>
          <a:custGeom>
            <a:avLst/>
            <a:gdLst/>
            <a:ahLst/>
            <a:cxnLst/>
            <a:rect l="l" t="t" r="r" b="b"/>
            <a:pathLst>
              <a:path w="250190" h="523875" extrusionOk="0">
                <a:moveTo>
                  <a:pt x="11518" y="0"/>
                </a:moveTo>
                <a:lnTo>
                  <a:pt x="0" y="5334"/>
                </a:lnTo>
                <a:lnTo>
                  <a:pt x="209257" y="456907"/>
                </a:lnTo>
                <a:lnTo>
                  <a:pt x="180454" y="470255"/>
                </a:lnTo>
                <a:lnTo>
                  <a:pt x="247053" y="523367"/>
                </a:lnTo>
                <a:lnTo>
                  <a:pt x="249194" y="451561"/>
                </a:lnTo>
                <a:lnTo>
                  <a:pt x="220776" y="451561"/>
                </a:lnTo>
                <a:lnTo>
                  <a:pt x="11518" y="0"/>
                </a:lnTo>
                <a:close/>
              </a:path>
              <a:path w="250190" h="523875" extrusionOk="0">
                <a:moveTo>
                  <a:pt x="249593" y="438213"/>
                </a:moveTo>
                <a:lnTo>
                  <a:pt x="220776" y="451561"/>
                </a:lnTo>
                <a:lnTo>
                  <a:pt x="249194" y="451561"/>
                </a:lnTo>
                <a:lnTo>
                  <a:pt x="249593" y="4382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6"/>
          <p:cNvSpPr/>
          <p:nvPr/>
        </p:nvSpPr>
        <p:spPr>
          <a:xfrm>
            <a:off x="8655047" y="3381149"/>
            <a:ext cx="335915" cy="524510"/>
          </a:xfrm>
          <a:custGeom>
            <a:avLst/>
            <a:gdLst/>
            <a:ahLst/>
            <a:cxnLst/>
            <a:rect l="l" t="t" r="r" b="b"/>
            <a:pathLst>
              <a:path w="335915" h="524510" extrusionOk="0">
                <a:moveTo>
                  <a:pt x="8635" y="439343"/>
                </a:moveTo>
                <a:lnTo>
                  <a:pt x="0" y="524103"/>
                </a:lnTo>
                <a:lnTo>
                  <a:pt x="72986" y="480148"/>
                </a:lnTo>
                <a:lnTo>
                  <a:pt x="46177" y="463143"/>
                </a:lnTo>
                <a:lnTo>
                  <a:pt x="50486" y="456349"/>
                </a:lnTo>
                <a:lnTo>
                  <a:pt x="35445" y="456349"/>
                </a:lnTo>
                <a:lnTo>
                  <a:pt x="8635" y="439343"/>
                </a:lnTo>
                <a:close/>
              </a:path>
              <a:path w="335915" h="524510" extrusionOk="0">
                <a:moveTo>
                  <a:pt x="324840" y="0"/>
                </a:moveTo>
                <a:lnTo>
                  <a:pt x="35445" y="456349"/>
                </a:lnTo>
                <a:lnTo>
                  <a:pt x="50486" y="456349"/>
                </a:lnTo>
                <a:lnTo>
                  <a:pt x="335572" y="6807"/>
                </a:lnTo>
                <a:lnTo>
                  <a:pt x="32484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6"/>
          <p:cNvSpPr/>
          <p:nvPr/>
        </p:nvSpPr>
        <p:spPr>
          <a:xfrm>
            <a:off x="7664453" y="2606002"/>
            <a:ext cx="411480" cy="537845"/>
          </a:xfrm>
          <a:custGeom>
            <a:avLst/>
            <a:gdLst/>
            <a:ahLst/>
            <a:cxnLst/>
            <a:rect l="l" t="t" r="r" b="b"/>
            <a:pathLst>
              <a:path w="411479" h="537844" extrusionOk="0">
                <a:moveTo>
                  <a:pt x="15874" y="453542"/>
                </a:moveTo>
                <a:lnTo>
                  <a:pt x="0" y="537248"/>
                </a:lnTo>
                <a:lnTo>
                  <a:pt x="76479" y="499732"/>
                </a:lnTo>
                <a:lnTo>
                  <a:pt x="51231" y="480479"/>
                </a:lnTo>
                <a:lnTo>
                  <a:pt x="57095" y="472782"/>
                </a:lnTo>
                <a:lnTo>
                  <a:pt x="41122" y="472782"/>
                </a:lnTo>
                <a:lnTo>
                  <a:pt x="15874" y="453542"/>
                </a:lnTo>
                <a:close/>
              </a:path>
              <a:path w="411479" h="537844" extrusionOk="0">
                <a:moveTo>
                  <a:pt x="401345" y="0"/>
                </a:moveTo>
                <a:lnTo>
                  <a:pt x="41122" y="472782"/>
                </a:lnTo>
                <a:lnTo>
                  <a:pt x="57095" y="472782"/>
                </a:lnTo>
                <a:lnTo>
                  <a:pt x="411441" y="7696"/>
                </a:lnTo>
                <a:lnTo>
                  <a:pt x="4013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6"/>
          <p:cNvSpPr/>
          <p:nvPr/>
        </p:nvSpPr>
        <p:spPr>
          <a:xfrm>
            <a:off x="8866235" y="2605590"/>
            <a:ext cx="487680" cy="537845"/>
          </a:xfrm>
          <a:custGeom>
            <a:avLst/>
            <a:gdLst/>
            <a:ahLst/>
            <a:cxnLst/>
            <a:rect l="l" t="t" r="r" b="b"/>
            <a:pathLst>
              <a:path w="487679" h="537844" extrusionOk="0">
                <a:moveTo>
                  <a:pt x="9423" y="0"/>
                </a:moveTo>
                <a:lnTo>
                  <a:pt x="0" y="8521"/>
                </a:lnTo>
                <a:lnTo>
                  <a:pt x="431482" y="485419"/>
                </a:lnTo>
                <a:lnTo>
                  <a:pt x="407936" y="506717"/>
                </a:lnTo>
                <a:lnTo>
                  <a:pt x="487311" y="537667"/>
                </a:lnTo>
                <a:lnTo>
                  <a:pt x="470374" y="476897"/>
                </a:lnTo>
                <a:lnTo>
                  <a:pt x="440893" y="476897"/>
                </a:lnTo>
                <a:lnTo>
                  <a:pt x="9423" y="0"/>
                </a:lnTo>
                <a:close/>
              </a:path>
              <a:path w="487679" h="537844" extrusionOk="0">
                <a:moveTo>
                  <a:pt x="464438" y="455599"/>
                </a:moveTo>
                <a:lnTo>
                  <a:pt x="440893" y="476897"/>
                </a:lnTo>
                <a:lnTo>
                  <a:pt x="470374" y="476897"/>
                </a:lnTo>
                <a:lnTo>
                  <a:pt x="464438" y="4555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6"/>
          <p:cNvSpPr/>
          <p:nvPr/>
        </p:nvSpPr>
        <p:spPr>
          <a:xfrm>
            <a:off x="7825459" y="1881089"/>
            <a:ext cx="563245" cy="474980"/>
          </a:xfrm>
          <a:custGeom>
            <a:avLst/>
            <a:gdLst/>
            <a:ahLst/>
            <a:cxnLst/>
            <a:rect l="l" t="t" r="r" b="b"/>
            <a:pathLst>
              <a:path w="563245" h="474980" extrusionOk="0">
                <a:moveTo>
                  <a:pt x="8178" y="0"/>
                </a:moveTo>
                <a:lnTo>
                  <a:pt x="0" y="9715"/>
                </a:lnTo>
                <a:lnTo>
                  <a:pt x="500481" y="430580"/>
                </a:lnTo>
                <a:lnTo>
                  <a:pt x="480047" y="454875"/>
                </a:lnTo>
                <a:lnTo>
                  <a:pt x="562889" y="474764"/>
                </a:lnTo>
                <a:lnTo>
                  <a:pt x="539593" y="420852"/>
                </a:lnTo>
                <a:lnTo>
                  <a:pt x="508660" y="420852"/>
                </a:lnTo>
                <a:lnTo>
                  <a:pt x="8178" y="0"/>
                </a:lnTo>
                <a:close/>
              </a:path>
              <a:path w="563245" h="474980" extrusionOk="0">
                <a:moveTo>
                  <a:pt x="529094" y="396557"/>
                </a:moveTo>
                <a:lnTo>
                  <a:pt x="508660" y="420852"/>
                </a:lnTo>
                <a:lnTo>
                  <a:pt x="539593" y="420852"/>
                </a:lnTo>
                <a:lnTo>
                  <a:pt x="529094" y="3965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6"/>
          <p:cNvSpPr/>
          <p:nvPr/>
        </p:nvSpPr>
        <p:spPr>
          <a:xfrm>
            <a:off x="6457953" y="1881089"/>
            <a:ext cx="563245" cy="474980"/>
          </a:xfrm>
          <a:custGeom>
            <a:avLst/>
            <a:gdLst/>
            <a:ahLst/>
            <a:cxnLst/>
            <a:rect l="l" t="t" r="r" b="b"/>
            <a:pathLst>
              <a:path w="563245" h="474980" extrusionOk="0">
                <a:moveTo>
                  <a:pt x="33794" y="396557"/>
                </a:moveTo>
                <a:lnTo>
                  <a:pt x="0" y="474764"/>
                </a:lnTo>
                <a:lnTo>
                  <a:pt x="82842" y="454875"/>
                </a:lnTo>
                <a:lnTo>
                  <a:pt x="62407" y="430580"/>
                </a:lnTo>
                <a:lnTo>
                  <a:pt x="73976" y="420852"/>
                </a:lnTo>
                <a:lnTo>
                  <a:pt x="54228" y="420852"/>
                </a:lnTo>
                <a:lnTo>
                  <a:pt x="33794" y="396557"/>
                </a:lnTo>
                <a:close/>
              </a:path>
              <a:path w="563245" h="474980" extrusionOk="0">
                <a:moveTo>
                  <a:pt x="554710" y="0"/>
                </a:moveTo>
                <a:lnTo>
                  <a:pt x="54228" y="420852"/>
                </a:lnTo>
                <a:lnTo>
                  <a:pt x="73976" y="420852"/>
                </a:lnTo>
                <a:lnTo>
                  <a:pt x="562889" y="9715"/>
                </a:lnTo>
                <a:lnTo>
                  <a:pt x="55471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6"/>
          <p:cNvSpPr txBox="1"/>
          <p:nvPr/>
        </p:nvSpPr>
        <p:spPr>
          <a:xfrm>
            <a:off x="6965950" y="1619250"/>
            <a:ext cx="939800" cy="3556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3800" rIns="0" bIns="0" anchor="t" anchorCtr="0">
            <a:noAutofit/>
          </a:bodyPr>
          <a:lstStyle/>
          <a:p>
            <a:pPr marL="1828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6"/>
          <p:cNvSpPr txBox="1"/>
          <p:nvPr/>
        </p:nvSpPr>
        <p:spPr>
          <a:xfrm>
            <a:off x="7981950" y="2355850"/>
            <a:ext cx="9398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4275" rIns="0" bIns="0" anchor="t" anchorCtr="0">
            <a:noAutofit/>
          </a:bodyPr>
          <a:lstStyle/>
          <a:p>
            <a:pPr marL="11557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6"/>
          <p:cNvSpPr txBox="1"/>
          <p:nvPr/>
        </p:nvSpPr>
        <p:spPr>
          <a:xfrm>
            <a:off x="8896350" y="3117850"/>
            <a:ext cx="9779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4275" rIns="0" bIns="0" anchor="t" anchorCtr="0">
            <a:noAutofit/>
          </a:bodyPr>
          <a:lstStyle/>
          <a:p>
            <a:pPr marL="1676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6"/>
          <p:cNvSpPr/>
          <p:nvPr/>
        </p:nvSpPr>
        <p:spPr>
          <a:xfrm>
            <a:off x="9817100" y="3898900"/>
            <a:ext cx="635000" cy="368300"/>
          </a:xfrm>
          <a:custGeom>
            <a:avLst/>
            <a:gdLst/>
            <a:ahLst/>
            <a:cxnLst/>
            <a:rect l="l" t="t" r="r" b="b"/>
            <a:pathLst>
              <a:path w="635000" h="368300" extrusionOk="0">
                <a:moveTo>
                  <a:pt x="573239" y="0"/>
                </a:moveTo>
                <a:lnTo>
                  <a:pt x="61760" y="0"/>
                </a:lnTo>
                <a:lnTo>
                  <a:pt x="37719" y="4852"/>
                </a:lnTo>
                <a:lnTo>
                  <a:pt x="18087" y="18087"/>
                </a:lnTo>
                <a:lnTo>
                  <a:pt x="4852" y="37719"/>
                </a:lnTo>
                <a:lnTo>
                  <a:pt x="0" y="61760"/>
                </a:lnTo>
                <a:lnTo>
                  <a:pt x="0" y="306539"/>
                </a:lnTo>
                <a:lnTo>
                  <a:pt x="4852" y="330581"/>
                </a:lnTo>
                <a:lnTo>
                  <a:pt x="18087" y="350212"/>
                </a:lnTo>
                <a:lnTo>
                  <a:pt x="37719" y="363447"/>
                </a:lnTo>
                <a:lnTo>
                  <a:pt x="61760" y="368300"/>
                </a:lnTo>
                <a:lnTo>
                  <a:pt x="573239" y="368300"/>
                </a:lnTo>
                <a:lnTo>
                  <a:pt x="597280" y="363447"/>
                </a:lnTo>
                <a:lnTo>
                  <a:pt x="616912" y="350212"/>
                </a:lnTo>
                <a:lnTo>
                  <a:pt x="630147" y="330581"/>
                </a:lnTo>
                <a:lnTo>
                  <a:pt x="635000" y="306539"/>
                </a:lnTo>
                <a:lnTo>
                  <a:pt x="635000" y="61760"/>
                </a:lnTo>
                <a:lnTo>
                  <a:pt x="630147" y="37719"/>
                </a:lnTo>
                <a:lnTo>
                  <a:pt x="616912" y="18087"/>
                </a:lnTo>
                <a:lnTo>
                  <a:pt x="597281" y="4852"/>
                </a:lnTo>
                <a:lnTo>
                  <a:pt x="573239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6"/>
          <p:cNvSpPr txBox="1"/>
          <p:nvPr/>
        </p:nvSpPr>
        <p:spPr>
          <a:xfrm>
            <a:off x="9872548" y="3928745"/>
            <a:ext cx="4305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6"/>
          <p:cNvSpPr/>
          <p:nvPr/>
        </p:nvSpPr>
        <p:spPr>
          <a:xfrm>
            <a:off x="8331200" y="3911605"/>
            <a:ext cx="647700" cy="368300"/>
          </a:xfrm>
          <a:custGeom>
            <a:avLst/>
            <a:gdLst/>
            <a:ahLst/>
            <a:cxnLst/>
            <a:rect l="l" t="t" r="r" b="b"/>
            <a:pathLst>
              <a:path w="647700" h="368300" extrusionOk="0">
                <a:moveTo>
                  <a:pt x="586320" y="0"/>
                </a:moveTo>
                <a:lnTo>
                  <a:pt x="61379" y="0"/>
                </a:lnTo>
                <a:lnTo>
                  <a:pt x="37488" y="4823"/>
                </a:lnTo>
                <a:lnTo>
                  <a:pt x="17978" y="17978"/>
                </a:lnTo>
                <a:lnTo>
                  <a:pt x="4823" y="37488"/>
                </a:lnTo>
                <a:lnTo>
                  <a:pt x="0" y="61379"/>
                </a:lnTo>
                <a:lnTo>
                  <a:pt x="0" y="306908"/>
                </a:lnTo>
                <a:lnTo>
                  <a:pt x="4823" y="330806"/>
                </a:lnTo>
                <a:lnTo>
                  <a:pt x="17978" y="350319"/>
                </a:lnTo>
                <a:lnTo>
                  <a:pt x="37488" y="363475"/>
                </a:lnTo>
                <a:lnTo>
                  <a:pt x="61379" y="368300"/>
                </a:lnTo>
                <a:lnTo>
                  <a:pt x="586320" y="368300"/>
                </a:lnTo>
                <a:lnTo>
                  <a:pt x="610211" y="363475"/>
                </a:lnTo>
                <a:lnTo>
                  <a:pt x="629721" y="350319"/>
                </a:lnTo>
                <a:lnTo>
                  <a:pt x="642876" y="330806"/>
                </a:lnTo>
                <a:lnTo>
                  <a:pt x="647700" y="306908"/>
                </a:lnTo>
                <a:lnTo>
                  <a:pt x="647700" y="61379"/>
                </a:lnTo>
                <a:lnTo>
                  <a:pt x="642876" y="37488"/>
                </a:lnTo>
                <a:lnTo>
                  <a:pt x="629721" y="17978"/>
                </a:lnTo>
                <a:lnTo>
                  <a:pt x="610211" y="4823"/>
                </a:lnTo>
                <a:lnTo>
                  <a:pt x="58632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6"/>
          <p:cNvSpPr txBox="1"/>
          <p:nvPr/>
        </p:nvSpPr>
        <p:spPr>
          <a:xfrm>
            <a:off x="8504918" y="3931920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6"/>
          <p:cNvSpPr/>
          <p:nvPr/>
        </p:nvSpPr>
        <p:spPr>
          <a:xfrm>
            <a:off x="6121400" y="2362201"/>
            <a:ext cx="685800" cy="342900"/>
          </a:xfrm>
          <a:custGeom>
            <a:avLst/>
            <a:gdLst/>
            <a:ahLst/>
            <a:cxnLst/>
            <a:rect l="l" t="t" r="r" b="b"/>
            <a:pathLst>
              <a:path w="685800" h="342900" extrusionOk="0">
                <a:moveTo>
                  <a:pt x="628650" y="0"/>
                </a:moveTo>
                <a:lnTo>
                  <a:pt x="57150" y="0"/>
                </a:lnTo>
                <a:lnTo>
                  <a:pt x="34906" y="4491"/>
                </a:lnTo>
                <a:lnTo>
                  <a:pt x="16740" y="16740"/>
                </a:lnTo>
                <a:lnTo>
                  <a:pt x="4491" y="34906"/>
                </a:lnTo>
                <a:lnTo>
                  <a:pt x="0" y="57150"/>
                </a:lnTo>
                <a:lnTo>
                  <a:pt x="0" y="285750"/>
                </a:lnTo>
                <a:lnTo>
                  <a:pt x="4491" y="307993"/>
                </a:lnTo>
                <a:lnTo>
                  <a:pt x="16740" y="326159"/>
                </a:lnTo>
                <a:lnTo>
                  <a:pt x="34906" y="338408"/>
                </a:lnTo>
                <a:lnTo>
                  <a:pt x="57150" y="342900"/>
                </a:lnTo>
                <a:lnTo>
                  <a:pt x="628650" y="342900"/>
                </a:lnTo>
                <a:lnTo>
                  <a:pt x="650893" y="338408"/>
                </a:lnTo>
                <a:lnTo>
                  <a:pt x="669059" y="326159"/>
                </a:lnTo>
                <a:lnTo>
                  <a:pt x="681308" y="307993"/>
                </a:lnTo>
                <a:lnTo>
                  <a:pt x="685800" y="285750"/>
                </a:lnTo>
                <a:lnTo>
                  <a:pt x="685800" y="57150"/>
                </a:lnTo>
                <a:lnTo>
                  <a:pt x="681308" y="34906"/>
                </a:lnTo>
                <a:lnTo>
                  <a:pt x="669059" y="16740"/>
                </a:lnTo>
                <a:lnTo>
                  <a:pt x="650893" y="4491"/>
                </a:lnTo>
                <a:lnTo>
                  <a:pt x="6286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6"/>
          <p:cNvSpPr txBox="1"/>
          <p:nvPr/>
        </p:nvSpPr>
        <p:spPr>
          <a:xfrm>
            <a:off x="5749291" y="1969772"/>
            <a:ext cx="935788" cy="30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1340" marR="0" lvl="0" indent="0" algn="l" rtl="0">
              <a:lnSpc>
                <a:spcPct val="100000"/>
              </a:lnSpc>
              <a:spcBef>
                <a:spcPts val="129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6"/>
          <p:cNvSpPr/>
          <p:nvPr/>
        </p:nvSpPr>
        <p:spPr>
          <a:xfrm>
            <a:off x="7366000" y="3111501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622300" y="0"/>
                </a:moveTo>
                <a:lnTo>
                  <a:pt x="63500" y="0"/>
                </a:lnTo>
                <a:lnTo>
                  <a:pt x="38785" y="4989"/>
                </a:lnTo>
                <a:lnTo>
                  <a:pt x="18600" y="18595"/>
                </a:lnTo>
                <a:lnTo>
                  <a:pt x="4990" y="38779"/>
                </a:lnTo>
                <a:lnTo>
                  <a:pt x="0" y="63500"/>
                </a:lnTo>
                <a:lnTo>
                  <a:pt x="0" y="317500"/>
                </a:lnTo>
                <a:lnTo>
                  <a:pt x="4990" y="342214"/>
                </a:lnTo>
                <a:lnTo>
                  <a:pt x="18600" y="362399"/>
                </a:lnTo>
                <a:lnTo>
                  <a:pt x="38785" y="376009"/>
                </a:lnTo>
                <a:lnTo>
                  <a:pt x="63500" y="381000"/>
                </a:lnTo>
                <a:lnTo>
                  <a:pt x="622300" y="381000"/>
                </a:lnTo>
                <a:lnTo>
                  <a:pt x="647014" y="376009"/>
                </a:lnTo>
                <a:lnTo>
                  <a:pt x="667199" y="362399"/>
                </a:lnTo>
                <a:lnTo>
                  <a:pt x="680809" y="342214"/>
                </a:lnTo>
                <a:lnTo>
                  <a:pt x="685800" y="317500"/>
                </a:lnTo>
                <a:lnTo>
                  <a:pt x="685800" y="63500"/>
                </a:lnTo>
                <a:lnTo>
                  <a:pt x="680809" y="38779"/>
                </a:lnTo>
                <a:lnTo>
                  <a:pt x="667199" y="18595"/>
                </a:lnTo>
                <a:lnTo>
                  <a:pt x="647014" y="4989"/>
                </a:lnTo>
                <a:lnTo>
                  <a:pt x="62230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6"/>
          <p:cNvSpPr txBox="1"/>
          <p:nvPr/>
        </p:nvSpPr>
        <p:spPr>
          <a:xfrm>
            <a:off x="7525430" y="3139756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6"/>
          <p:cNvSpPr txBox="1"/>
          <p:nvPr/>
        </p:nvSpPr>
        <p:spPr>
          <a:xfrm>
            <a:off x="7320795" y="2682556"/>
            <a:ext cx="426987" cy="19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"/>
          <p:cNvSpPr txBox="1"/>
          <p:nvPr/>
        </p:nvSpPr>
        <p:spPr>
          <a:xfrm>
            <a:off x="9125022" y="2606356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6"/>
          <p:cNvSpPr txBox="1"/>
          <p:nvPr/>
        </p:nvSpPr>
        <p:spPr>
          <a:xfrm>
            <a:off x="8140877" y="1590082"/>
            <a:ext cx="1028700" cy="51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noAutofit/>
          </a:bodyPr>
          <a:lstStyle/>
          <a:p>
            <a:pPr marL="12700" marR="5080" lvl="0" indent="180975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  Divorced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6"/>
          <p:cNvSpPr txBox="1"/>
          <p:nvPr/>
        </p:nvSpPr>
        <p:spPr>
          <a:xfrm>
            <a:off x="8207369" y="3469752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"/>
          <p:cNvSpPr txBox="1"/>
          <p:nvPr/>
        </p:nvSpPr>
        <p:spPr>
          <a:xfrm>
            <a:off x="9982118" y="3469752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6"/>
          <p:cNvSpPr txBox="1"/>
          <p:nvPr/>
        </p:nvSpPr>
        <p:spPr>
          <a:xfrm>
            <a:off x="1989300" y="5019900"/>
            <a:ext cx="7878300" cy="15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5080" lvl="0" indent="0" algn="ctr" rtl="0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could be more than one tree that fits the  same data!</a:t>
            </a:r>
            <a:endParaRPr sz="28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1639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one is better?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546;p74"/>
          <p:cNvSpPr/>
          <p:nvPr/>
        </p:nvSpPr>
        <p:spPr>
          <a:xfrm>
            <a:off x="3789138" y="3629782"/>
            <a:ext cx="279400" cy="650239"/>
          </a:xfrm>
          <a:custGeom>
            <a:avLst/>
            <a:gdLst/>
            <a:ahLst/>
            <a:cxnLst/>
            <a:rect l="l" t="t" r="r" b="b"/>
            <a:pathLst>
              <a:path w="279400" h="650239" extrusionOk="0">
                <a:moveTo>
                  <a:pt x="11747" y="0"/>
                </a:moveTo>
                <a:lnTo>
                  <a:pt x="0" y="4838"/>
                </a:lnTo>
                <a:lnTo>
                  <a:pt x="237693" y="582079"/>
                </a:lnTo>
                <a:lnTo>
                  <a:pt x="208330" y="594169"/>
                </a:lnTo>
                <a:lnTo>
                  <a:pt x="272580" y="650113"/>
                </a:lnTo>
                <a:lnTo>
                  <a:pt x="277906" y="577240"/>
                </a:lnTo>
                <a:lnTo>
                  <a:pt x="249428" y="577240"/>
                </a:lnTo>
                <a:lnTo>
                  <a:pt x="11747" y="0"/>
                </a:lnTo>
                <a:close/>
              </a:path>
              <a:path w="279400" h="650239" extrusionOk="0">
                <a:moveTo>
                  <a:pt x="278790" y="565150"/>
                </a:moveTo>
                <a:lnTo>
                  <a:pt x="249428" y="577240"/>
                </a:lnTo>
                <a:lnTo>
                  <a:pt x="277906" y="577240"/>
                </a:lnTo>
                <a:lnTo>
                  <a:pt x="278790" y="565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47;p74"/>
          <p:cNvSpPr/>
          <p:nvPr/>
        </p:nvSpPr>
        <p:spPr>
          <a:xfrm>
            <a:off x="2563111" y="3629145"/>
            <a:ext cx="361314" cy="650875"/>
          </a:xfrm>
          <a:custGeom>
            <a:avLst/>
            <a:gdLst/>
            <a:ahLst/>
            <a:cxnLst/>
            <a:rect l="l" t="t" r="r" b="b"/>
            <a:pathLst>
              <a:path w="361314" h="650875" extrusionOk="0">
                <a:moveTo>
                  <a:pt x="3276" y="565619"/>
                </a:moveTo>
                <a:lnTo>
                  <a:pt x="0" y="650760"/>
                </a:lnTo>
                <a:lnTo>
                  <a:pt x="70078" y="602297"/>
                </a:lnTo>
                <a:lnTo>
                  <a:pt x="42240" y="587019"/>
                </a:lnTo>
                <a:lnTo>
                  <a:pt x="45601" y="580897"/>
                </a:lnTo>
                <a:lnTo>
                  <a:pt x="31115" y="580897"/>
                </a:lnTo>
                <a:lnTo>
                  <a:pt x="3276" y="565619"/>
                </a:lnTo>
                <a:close/>
              </a:path>
              <a:path w="361314" h="650875" extrusionOk="0">
                <a:moveTo>
                  <a:pt x="350037" y="0"/>
                </a:moveTo>
                <a:lnTo>
                  <a:pt x="31115" y="580897"/>
                </a:lnTo>
                <a:lnTo>
                  <a:pt x="45601" y="580897"/>
                </a:lnTo>
                <a:lnTo>
                  <a:pt x="361175" y="6108"/>
                </a:lnTo>
                <a:lnTo>
                  <a:pt x="35003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48;p74"/>
          <p:cNvSpPr/>
          <p:nvPr/>
        </p:nvSpPr>
        <p:spPr>
          <a:xfrm>
            <a:off x="3261611" y="2663407"/>
            <a:ext cx="450214" cy="651510"/>
          </a:xfrm>
          <a:custGeom>
            <a:avLst/>
            <a:gdLst/>
            <a:ahLst/>
            <a:cxnLst/>
            <a:rect l="l" t="t" r="r" b="b"/>
            <a:pathLst>
              <a:path w="450214" h="651510" extrusionOk="0">
                <a:moveTo>
                  <a:pt x="11709" y="566902"/>
                </a:moveTo>
                <a:lnTo>
                  <a:pt x="0" y="651294"/>
                </a:lnTo>
                <a:lnTo>
                  <a:pt x="74536" y="610019"/>
                </a:lnTo>
                <a:lnTo>
                  <a:pt x="48361" y="592061"/>
                </a:lnTo>
                <a:lnTo>
                  <a:pt x="53294" y="584873"/>
                </a:lnTo>
                <a:lnTo>
                  <a:pt x="37884" y="584873"/>
                </a:lnTo>
                <a:lnTo>
                  <a:pt x="11709" y="566902"/>
                </a:lnTo>
                <a:close/>
              </a:path>
              <a:path w="450214" h="651510" extrusionOk="0">
                <a:moveTo>
                  <a:pt x="439267" y="0"/>
                </a:moveTo>
                <a:lnTo>
                  <a:pt x="37884" y="584873"/>
                </a:lnTo>
                <a:lnTo>
                  <a:pt x="53294" y="584873"/>
                </a:lnTo>
                <a:lnTo>
                  <a:pt x="449745" y="7188"/>
                </a:lnTo>
                <a:lnTo>
                  <a:pt x="4392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49;p74"/>
          <p:cNvSpPr/>
          <p:nvPr/>
        </p:nvSpPr>
        <p:spPr>
          <a:xfrm>
            <a:off x="4590213" y="2662963"/>
            <a:ext cx="538479" cy="652145"/>
          </a:xfrm>
          <a:custGeom>
            <a:avLst/>
            <a:gdLst/>
            <a:ahLst/>
            <a:cxnLst/>
            <a:rect l="l" t="t" r="r" b="b"/>
            <a:pathLst>
              <a:path w="538479" h="652145" extrusionOk="0">
                <a:moveTo>
                  <a:pt x="9804" y="0"/>
                </a:moveTo>
                <a:lnTo>
                  <a:pt x="0" y="8077"/>
                </a:lnTo>
                <a:lnTo>
                  <a:pt x="484962" y="596950"/>
                </a:lnTo>
                <a:lnTo>
                  <a:pt x="460451" y="617131"/>
                </a:lnTo>
                <a:lnTo>
                  <a:pt x="538302" y="651738"/>
                </a:lnTo>
                <a:lnTo>
                  <a:pt x="523900" y="588873"/>
                </a:lnTo>
                <a:lnTo>
                  <a:pt x="494766" y="588873"/>
                </a:lnTo>
                <a:lnTo>
                  <a:pt x="9804" y="0"/>
                </a:lnTo>
                <a:close/>
              </a:path>
              <a:path w="538479" h="652145" extrusionOk="0">
                <a:moveTo>
                  <a:pt x="519277" y="568693"/>
                </a:moveTo>
                <a:lnTo>
                  <a:pt x="494766" y="588873"/>
                </a:lnTo>
                <a:lnTo>
                  <a:pt x="523900" y="588873"/>
                </a:lnTo>
                <a:lnTo>
                  <a:pt x="519277" y="5686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50;p74"/>
          <p:cNvSpPr/>
          <p:nvPr/>
        </p:nvSpPr>
        <p:spPr>
          <a:xfrm>
            <a:off x="3435124" y="1760623"/>
            <a:ext cx="626744" cy="576579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8585" y="0"/>
                </a:moveTo>
                <a:lnTo>
                  <a:pt x="0" y="9359"/>
                </a:lnTo>
                <a:lnTo>
                  <a:pt x="566166" y="529310"/>
                </a:lnTo>
                <a:lnTo>
                  <a:pt x="544690" y="552704"/>
                </a:lnTo>
                <a:lnTo>
                  <a:pt x="626592" y="576173"/>
                </a:lnTo>
                <a:lnTo>
                  <a:pt x="605159" y="519963"/>
                </a:lnTo>
                <a:lnTo>
                  <a:pt x="574763" y="519963"/>
                </a:lnTo>
                <a:lnTo>
                  <a:pt x="8585" y="0"/>
                </a:lnTo>
                <a:close/>
              </a:path>
              <a:path w="626744" h="576579" extrusionOk="0">
                <a:moveTo>
                  <a:pt x="596239" y="496570"/>
                </a:moveTo>
                <a:lnTo>
                  <a:pt x="574763" y="519963"/>
                </a:lnTo>
                <a:lnTo>
                  <a:pt x="605159" y="519963"/>
                </a:lnTo>
                <a:lnTo>
                  <a:pt x="596239" y="4965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51;p74"/>
          <p:cNvSpPr/>
          <p:nvPr/>
        </p:nvSpPr>
        <p:spPr>
          <a:xfrm>
            <a:off x="1940812" y="1760623"/>
            <a:ext cx="626744" cy="576579"/>
          </a:xfrm>
          <a:custGeom>
            <a:avLst/>
            <a:gdLst/>
            <a:ahLst/>
            <a:cxnLst/>
            <a:rect l="l" t="t" r="r" b="b"/>
            <a:pathLst>
              <a:path w="626744" h="576579" extrusionOk="0">
                <a:moveTo>
                  <a:pt x="30353" y="496570"/>
                </a:moveTo>
                <a:lnTo>
                  <a:pt x="0" y="576173"/>
                </a:lnTo>
                <a:lnTo>
                  <a:pt x="81902" y="552704"/>
                </a:lnTo>
                <a:lnTo>
                  <a:pt x="60426" y="529310"/>
                </a:lnTo>
                <a:lnTo>
                  <a:pt x="70604" y="519963"/>
                </a:lnTo>
                <a:lnTo>
                  <a:pt x="51828" y="519963"/>
                </a:lnTo>
                <a:lnTo>
                  <a:pt x="30353" y="496570"/>
                </a:lnTo>
                <a:close/>
              </a:path>
              <a:path w="626744" h="576579" extrusionOk="0">
                <a:moveTo>
                  <a:pt x="618007" y="0"/>
                </a:moveTo>
                <a:lnTo>
                  <a:pt x="51828" y="519963"/>
                </a:lnTo>
                <a:lnTo>
                  <a:pt x="70604" y="519963"/>
                </a:lnTo>
                <a:lnTo>
                  <a:pt x="626592" y="9359"/>
                </a:lnTo>
                <a:lnTo>
                  <a:pt x="6180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2;p74"/>
          <p:cNvSpPr txBox="1"/>
          <p:nvPr/>
        </p:nvSpPr>
        <p:spPr>
          <a:xfrm>
            <a:off x="2512315" y="1447800"/>
            <a:ext cx="10161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9350" rIns="0" bIns="0" anchor="t" anchorCtr="0">
            <a:noAutofit/>
          </a:bodyPr>
          <a:lstStyle/>
          <a:p>
            <a:pPr marL="151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53;p74"/>
          <p:cNvSpPr txBox="1"/>
          <p:nvPr/>
        </p:nvSpPr>
        <p:spPr>
          <a:xfrm>
            <a:off x="3617215" y="2336800"/>
            <a:ext cx="1028700" cy="3555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1900" rIns="0" bIns="0" anchor="t" anchorCtr="0">
            <a:noAutofit/>
          </a:bodyPr>
          <a:lstStyle/>
          <a:p>
            <a:pPr marL="22669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54;p74"/>
          <p:cNvSpPr txBox="1"/>
          <p:nvPr/>
        </p:nvSpPr>
        <p:spPr>
          <a:xfrm>
            <a:off x="2829815" y="3314700"/>
            <a:ext cx="1054200" cy="342900"/>
          </a:xfrm>
          <a:prstGeom prst="rect">
            <a:avLst/>
          </a:prstGeom>
          <a:solidFill>
            <a:srgbClr val="FFFF00"/>
          </a:solidFill>
          <a:ln w="126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175" rIns="0" bIns="0" anchor="t" anchorCtr="0">
            <a:noAutofit/>
          </a:bodyPr>
          <a:lstStyle/>
          <a:p>
            <a:pPr marL="20510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55;p74"/>
          <p:cNvSpPr/>
          <p:nvPr/>
        </p:nvSpPr>
        <p:spPr>
          <a:xfrm>
            <a:off x="3839465" y="4273551"/>
            <a:ext cx="685800" cy="444500"/>
          </a:xfrm>
          <a:custGeom>
            <a:avLst/>
            <a:gdLst/>
            <a:ahLst/>
            <a:cxnLst/>
            <a:rect l="l" t="t" r="r" b="b"/>
            <a:pathLst>
              <a:path w="685800" h="444500" extrusionOk="0">
                <a:moveTo>
                  <a:pt x="611263" y="0"/>
                </a:moveTo>
                <a:lnTo>
                  <a:pt x="74536" y="0"/>
                </a:lnTo>
                <a:lnTo>
                  <a:pt x="45525" y="5858"/>
                </a:lnTo>
                <a:lnTo>
                  <a:pt x="21832" y="21832"/>
                </a:lnTo>
                <a:lnTo>
                  <a:pt x="5858" y="45525"/>
                </a:lnTo>
                <a:lnTo>
                  <a:pt x="0" y="74536"/>
                </a:lnTo>
                <a:lnTo>
                  <a:pt x="0" y="369963"/>
                </a:lnTo>
                <a:lnTo>
                  <a:pt x="5858" y="398974"/>
                </a:lnTo>
                <a:lnTo>
                  <a:pt x="21832" y="422667"/>
                </a:lnTo>
                <a:lnTo>
                  <a:pt x="45525" y="438641"/>
                </a:lnTo>
                <a:lnTo>
                  <a:pt x="74536" y="444500"/>
                </a:lnTo>
                <a:lnTo>
                  <a:pt x="611263" y="444500"/>
                </a:lnTo>
                <a:lnTo>
                  <a:pt x="640274" y="438641"/>
                </a:lnTo>
                <a:lnTo>
                  <a:pt x="663967" y="422667"/>
                </a:lnTo>
                <a:lnTo>
                  <a:pt x="679941" y="398974"/>
                </a:lnTo>
                <a:lnTo>
                  <a:pt x="685800" y="369963"/>
                </a:lnTo>
                <a:lnTo>
                  <a:pt x="685800" y="74536"/>
                </a:lnTo>
                <a:lnTo>
                  <a:pt x="679941" y="45525"/>
                </a:lnTo>
                <a:lnTo>
                  <a:pt x="663967" y="21832"/>
                </a:lnTo>
                <a:lnTo>
                  <a:pt x="640274" y="5858"/>
                </a:lnTo>
                <a:lnTo>
                  <a:pt x="611263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56;p74"/>
          <p:cNvSpPr txBox="1"/>
          <p:nvPr/>
        </p:nvSpPr>
        <p:spPr>
          <a:xfrm>
            <a:off x="3912589" y="4305928"/>
            <a:ext cx="4305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557;p74"/>
          <p:cNvSpPr/>
          <p:nvPr/>
        </p:nvSpPr>
        <p:spPr>
          <a:xfrm>
            <a:off x="2201165" y="4298943"/>
            <a:ext cx="711200" cy="444500"/>
          </a:xfrm>
          <a:custGeom>
            <a:avLst/>
            <a:gdLst/>
            <a:ahLst/>
            <a:cxnLst/>
            <a:rect l="l" t="t" r="r" b="b"/>
            <a:pathLst>
              <a:path w="711200" h="444500" extrusionOk="0">
                <a:moveTo>
                  <a:pt x="637120" y="0"/>
                </a:moveTo>
                <a:lnTo>
                  <a:pt x="74091" y="0"/>
                </a:lnTo>
                <a:lnTo>
                  <a:pt x="45252" y="5822"/>
                </a:lnTo>
                <a:lnTo>
                  <a:pt x="21701" y="21701"/>
                </a:lnTo>
                <a:lnTo>
                  <a:pt x="5822" y="45252"/>
                </a:lnTo>
                <a:lnTo>
                  <a:pt x="0" y="74091"/>
                </a:lnTo>
                <a:lnTo>
                  <a:pt x="0" y="370420"/>
                </a:lnTo>
                <a:lnTo>
                  <a:pt x="5822" y="399258"/>
                </a:lnTo>
                <a:lnTo>
                  <a:pt x="21701" y="422805"/>
                </a:lnTo>
                <a:lnTo>
                  <a:pt x="45252" y="438679"/>
                </a:lnTo>
                <a:lnTo>
                  <a:pt x="74091" y="444499"/>
                </a:lnTo>
                <a:lnTo>
                  <a:pt x="637120" y="444499"/>
                </a:lnTo>
                <a:lnTo>
                  <a:pt x="665953" y="438679"/>
                </a:lnTo>
                <a:lnTo>
                  <a:pt x="689500" y="422805"/>
                </a:lnTo>
                <a:lnTo>
                  <a:pt x="705377" y="399258"/>
                </a:lnTo>
                <a:lnTo>
                  <a:pt x="711200" y="370420"/>
                </a:lnTo>
                <a:lnTo>
                  <a:pt x="711200" y="74091"/>
                </a:lnTo>
                <a:lnTo>
                  <a:pt x="705377" y="45252"/>
                </a:lnTo>
                <a:lnTo>
                  <a:pt x="689500" y="21701"/>
                </a:lnTo>
                <a:lnTo>
                  <a:pt x="665953" y="5822"/>
                </a:lnTo>
                <a:lnTo>
                  <a:pt x="63712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558;p74"/>
          <p:cNvSpPr txBox="1"/>
          <p:nvPr/>
        </p:nvSpPr>
        <p:spPr>
          <a:xfrm>
            <a:off x="2407007" y="4309823"/>
            <a:ext cx="3288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559;p74"/>
          <p:cNvSpPr/>
          <p:nvPr/>
        </p:nvSpPr>
        <p:spPr>
          <a:xfrm>
            <a:off x="1578865" y="2355851"/>
            <a:ext cx="749300" cy="419100"/>
          </a:xfrm>
          <a:custGeom>
            <a:avLst/>
            <a:gdLst/>
            <a:ahLst/>
            <a:cxnLst/>
            <a:rect l="l" t="t" r="r" b="b"/>
            <a:pathLst>
              <a:path w="749300" h="419100" extrusionOk="0">
                <a:moveTo>
                  <a:pt x="679450" y="0"/>
                </a:moveTo>
                <a:lnTo>
                  <a:pt x="69850" y="0"/>
                </a:lnTo>
                <a:lnTo>
                  <a:pt x="42658" y="5488"/>
                </a:lnTo>
                <a:lnTo>
                  <a:pt x="20456" y="20456"/>
                </a:lnTo>
                <a:lnTo>
                  <a:pt x="5488" y="4265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35"/>
                </a:lnTo>
                <a:lnTo>
                  <a:pt x="20456" y="398638"/>
                </a:lnTo>
                <a:lnTo>
                  <a:pt x="42658" y="413609"/>
                </a:lnTo>
                <a:lnTo>
                  <a:pt x="69850" y="419100"/>
                </a:lnTo>
                <a:lnTo>
                  <a:pt x="679450" y="419100"/>
                </a:lnTo>
                <a:lnTo>
                  <a:pt x="706635" y="413609"/>
                </a:lnTo>
                <a:lnTo>
                  <a:pt x="728838" y="398638"/>
                </a:lnTo>
                <a:lnTo>
                  <a:pt x="743809" y="376435"/>
                </a:lnTo>
                <a:lnTo>
                  <a:pt x="749300" y="349250"/>
                </a:lnTo>
                <a:lnTo>
                  <a:pt x="749300" y="69850"/>
                </a:lnTo>
                <a:lnTo>
                  <a:pt x="743809" y="42658"/>
                </a:lnTo>
                <a:lnTo>
                  <a:pt x="728838" y="20456"/>
                </a:lnTo>
                <a:lnTo>
                  <a:pt x="706635" y="5488"/>
                </a:lnTo>
                <a:lnTo>
                  <a:pt x="6794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560;p74"/>
          <p:cNvSpPr txBox="1"/>
          <p:nvPr/>
        </p:nvSpPr>
        <p:spPr>
          <a:xfrm>
            <a:off x="1787209" y="2366359"/>
            <a:ext cx="3288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561;p74"/>
          <p:cNvSpPr/>
          <p:nvPr/>
        </p:nvSpPr>
        <p:spPr>
          <a:xfrm>
            <a:off x="4753865" y="3333747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 extrusionOk="0">
                <a:moveTo>
                  <a:pt x="670979" y="0"/>
                </a:moveTo>
                <a:lnTo>
                  <a:pt x="78320" y="0"/>
                </a:lnTo>
                <a:lnTo>
                  <a:pt x="47834" y="6154"/>
                </a:lnTo>
                <a:lnTo>
                  <a:pt x="22939" y="22939"/>
                </a:lnTo>
                <a:lnTo>
                  <a:pt x="6154" y="47834"/>
                </a:lnTo>
                <a:lnTo>
                  <a:pt x="0" y="78320"/>
                </a:lnTo>
                <a:lnTo>
                  <a:pt x="0" y="391579"/>
                </a:lnTo>
                <a:lnTo>
                  <a:pt x="6154" y="422065"/>
                </a:lnTo>
                <a:lnTo>
                  <a:pt x="22939" y="446960"/>
                </a:lnTo>
                <a:lnTo>
                  <a:pt x="47834" y="463745"/>
                </a:lnTo>
                <a:lnTo>
                  <a:pt x="78320" y="469900"/>
                </a:lnTo>
                <a:lnTo>
                  <a:pt x="670979" y="469900"/>
                </a:lnTo>
                <a:lnTo>
                  <a:pt x="701465" y="463745"/>
                </a:lnTo>
                <a:lnTo>
                  <a:pt x="726360" y="446960"/>
                </a:lnTo>
                <a:lnTo>
                  <a:pt x="743145" y="422065"/>
                </a:lnTo>
                <a:lnTo>
                  <a:pt x="749300" y="391579"/>
                </a:lnTo>
                <a:lnTo>
                  <a:pt x="749300" y="78320"/>
                </a:lnTo>
                <a:lnTo>
                  <a:pt x="743145" y="47834"/>
                </a:lnTo>
                <a:lnTo>
                  <a:pt x="726360" y="22939"/>
                </a:lnTo>
                <a:lnTo>
                  <a:pt x="701465" y="6154"/>
                </a:lnTo>
                <a:lnTo>
                  <a:pt x="670979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562;p74"/>
          <p:cNvSpPr txBox="1"/>
          <p:nvPr/>
        </p:nvSpPr>
        <p:spPr>
          <a:xfrm>
            <a:off x="4941908" y="3371197"/>
            <a:ext cx="3288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563;p74"/>
          <p:cNvSpPr txBox="1"/>
          <p:nvPr/>
        </p:nvSpPr>
        <p:spPr>
          <a:xfrm>
            <a:off x="1645520" y="1915950"/>
            <a:ext cx="482475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564;p74"/>
          <p:cNvSpPr txBox="1"/>
          <p:nvPr/>
        </p:nvSpPr>
        <p:spPr>
          <a:xfrm>
            <a:off x="3870435" y="1797819"/>
            <a:ext cx="2838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565;p74"/>
          <p:cNvSpPr txBox="1"/>
          <p:nvPr/>
        </p:nvSpPr>
        <p:spPr>
          <a:xfrm>
            <a:off x="4995350" y="2736400"/>
            <a:ext cx="7149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566;p74"/>
          <p:cNvSpPr txBox="1"/>
          <p:nvPr/>
        </p:nvSpPr>
        <p:spPr>
          <a:xfrm>
            <a:off x="2636198" y="2771350"/>
            <a:ext cx="15024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567;p74"/>
          <p:cNvSpPr txBox="1"/>
          <p:nvPr/>
        </p:nvSpPr>
        <p:spPr>
          <a:xfrm>
            <a:off x="2127995" y="3743053"/>
            <a:ext cx="5625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568;p74"/>
          <p:cNvSpPr txBox="1"/>
          <p:nvPr/>
        </p:nvSpPr>
        <p:spPr>
          <a:xfrm>
            <a:off x="4074447" y="3743053"/>
            <a:ext cx="5625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6"/>
          <p:cNvSpPr txBox="1">
            <a:spLocks noGrp="1"/>
          </p:cNvSpPr>
          <p:nvPr>
            <p:ph type="title"/>
          </p:nvPr>
        </p:nvSpPr>
        <p:spPr>
          <a:xfrm>
            <a:off x="804672" y="1619075"/>
            <a:ext cx="10515600" cy="291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noAutofit/>
          </a:bodyPr>
          <a:lstStyle/>
          <a:p>
            <a:pPr marL="12700" marR="5080" lvl="0" indent="0" algn="ctr" rtl="0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400" b="0" dirty="0">
                <a:latin typeface="Arial"/>
                <a:ea typeface="Arial"/>
                <a:cs typeface="Arial"/>
                <a:sym typeface="Arial"/>
              </a:rPr>
              <a:t>How do we know what the </a:t>
            </a:r>
            <a:r>
              <a:rPr lang="en-US" sz="5400" dirty="0">
                <a:latin typeface="Arial"/>
                <a:ea typeface="Arial"/>
                <a:cs typeface="Arial"/>
                <a:sym typeface="Arial"/>
              </a:rPr>
              <a:t>best</a:t>
            </a:r>
            <a:r>
              <a:rPr lang="en-US" sz="5400" b="0" dirty="0">
                <a:latin typeface="Arial"/>
                <a:ea typeface="Arial"/>
                <a:cs typeface="Arial"/>
                <a:sym typeface="Arial"/>
              </a:rPr>
              <a:t> decision tree is?</a:t>
            </a:r>
            <a:endParaRPr sz="5400" b="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9"/>
          <p:cNvSpPr txBox="1">
            <a:spLocks noGrp="1"/>
          </p:cNvSpPr>
          <p:nvPr>
            <p:ph type="ctrTitle"/>
          </p:nvPr>
        </p:nvSpPr>
        <p:spPr>
          <a:xfrm>
            <a:off x="1658470" y="2365445"/>
            <a:ext cx="8875059" cy="200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9350" tIns="0" rIns="399350" bIns="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Selecting the Best Attribute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6"/>
          <p:cNvSpPr txBox="1">
            <a:spLocks noGrp="1"/>
          </p:cNvSpPr>
          <p:nvPr>
            <p:ph type="title"/>
          </p:nvPr>
        </p:nvSpPr>
        <p:spPr>
          <a:xfrm>
            <a:off x="400911" y="248197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Building a decision tree</a:t>
            </a:r>
            <a:endParaRPr dirty="0"/>
          </a:p>
        </p:txBody>
      </p:sp>
      <p:sp>
        <p:nvSpPr>
          <p:cNvPr id="951" name="Google Shape;951;p46"/>
          <p:cNvSpPr/>
          <p:nvPr/>
        </p:nvSpPr>
        <p:spPr>
          <a:xfrm>
            <a:off x="8940642" y="4738731"/>
            <a:ext cx="279400" cy="650240"/>
          </a:xfrm>
          <a:custGeom>
            <a:avLst/>
            <a:gdLst/>
            <a:ahLst/>
            <a:cxnLst/>
            <a:rect l="l" t="t" r="r" b="b"/>
            <a:pathLst>
              <a:path w="279400" h="650239" extrusionOk="0">
                <a:moveTo>
                  <a:pt x="11747" y="0"/>
                </a:moveTo>
                <a:lnTo>
                  <a:pt x="0" y="4838"/>
                </a:lnTo>
                <a:lnTo>
                  <a:pt x="237693" y="582079"/>
                </a:lnTo>
                <a:lnTo>
                  <a:pt x="208330" y="594169"/>
                </a:lnTo>
                <a:lnTo>
                  <a:pt x="272580" y="650113"/>
                </a:lnTo>
                <a:lnTo>
                  <a:pt x="277906" y="577240"/>
                </a:lnTo>
                <a:lnTo>
                  <a:pt x="249427" y="577240"/>
                </a:lnTo>
                <a:lnTo>
                  <a:pt x="11747" y="0"/>
                </a:lnTo>
                <a:close/>
              </a:path>
              <a:path w="279400" h="650239" extrusionOk="0">
                <a:moveTo>
                  <a:pt x="278790" y="565150"/>
                </a:moveTo>
                <a:lnTo>
                  <a:pt x="249427" y="577240"/>
                </a:lnTo>
                <a:lnTo>
                  <a:pt x="277906" y="577240"/>
                </a:lnTo>
                <a:lnTo>
                  <a:pt x="278790" y="5651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46"/>
          <p:cNvSpPr/>
          <p:nvPr/>
        </p:nvSpPr>
        <p:spPr>
          <a:xfrm>
            <a:off x="7714616" y="4738094"/>
            <a:ext cx="361315" cy="650875"/>
          </a:xfrm>
          <a:custGeom>
            <a:avLst/>
            <a:gdLst/>
            <a:ahLst/>
            <a:cxnLst/>
            <a:rect l="l" t="t" r="r" b="b"/>
            <a:pathLst>
              <a:path w="361315" h="650875" extrusionOk="0">
                <a:moveTo>
                  <a:pt x="3276" y="565619"/>
                </a:moveTo>
                <a:lnTo>
                  <a:pt x="0" y="650760"/>
                </a:lnTo>
                <a:lnTo>
                  <a:pt x="70078" y="602297"/>
                </a:lnTo>
                <a:lnTo>
                  <a:pt x="42240" y="587019"/>
                </a:lnTo>
                <a:lnTo>
                  <a:pt x="45601" y="580898"/>
                </a:lnTo>
                <a:lnTo>
                  <a:pt x="31115" y="580898"/>
                </a:lnTo>
                <a:lnTo>
                  <a:pt x="3276" y="565619"/>
                </a:lnTo>
                <a:close/>
              </a:path>
              <a:path w="361315" h="650875" extrusionOk="0">
                <a:moveTo>
                  <a:pt x="350037" y="0"/>
                </a:moveTo>
                <a:lnTo>
                  <a:pt x="31115" y="580898"/>
                </a:lnTo>
                <a:lnTo>
                  <a:pt x="45601" y="580898"/>
                </a:lnTo>
                <a:lnTo>
                  <a:pt x="361175" y="6108"/>
                </a:lnTo>
                <a:lnTo>
                  <a:pt x="35003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46"/>
          <p:cNvSpPr/>
          <p:nvPr/>
        </p:nvSpPr>
        <p:spPr>
          <a:xfrm>
            <a:off x="8413116" y="3772356"/>
            <a:ext cx="450215" cy="651510"/>
          </a:xfrm>
          <a:custGeom>
            <a:avLst/>
            <a:gdLst/>
            <a:ahLst/>
            <a:cxnLst/>
            <a:rect l="l" t="t" r="r" b="b"/>
            <a:pathLst>
              <a:path w="450215" h="651510" extrusionOk="0">
                <a:moveTo>
                  <a:pt x="11709" y="566902"/>
                </a:moveTo>
                <a:lnTo>
                  <a:pt x="0" y="651294"/>
                </a:lnTo>
                <a:lnTo>
                  <a:pt x="74536" y="610019"/>
                </a:lnTo>
                <a:lnTo>
                  <a:pt x="48361" y="592061"/>
                </a:lnTo>
                <a:lnTo>
                  <a:pt x="53294" y="584873"/>
                </a:lnTo>
                <a:lnTo>
                  <a:pt x="37884" y="584873"/>
                </a:lnTo>
                <a:lnTo>
                  <a:pt x="11709" y="566902"/>
                </a:lnTo>
                <a:close/>
              </a:path>
              <a:path w="450215" h="651510" extrusionOk="0">
                <a:moveTo>
                  <a:pt x="439267" y="0"/>
                </a:moveTo>
                <a:lnTo>
                  <a:pt x="37884" y="584873"/>
                </a:lnTo>
                <a:lnTo>
                  <a:pt x="53294" y="584873"/>
                </a:lnTo>
                <a:lnTo>
                  <a:pt x="449745" y="7188"/>
                </a:lnTo>
                <a:lnTo>
                  <a:pt x="4392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46"/>
          <p:cNvSpPr/>
          <p:nvPr/>
        </p:nvSpPr>
        <p:spPr>
          <a:xfrm>
            <a:off x="9741717" y="3771913"/>
            <a:ext cx="538480" cy="652145"/>
          </a:xfrm>
          <a:custGeom>
            <a:avLst/>
            <a:gdLst/>
            <a:ahLst/>
            <a:cxnLst/>
            <a:rect l="l" t="t" r="r" b="b"/>
            <a:pathLst>
              <a:path w="538479" h="652145" extrusionOk="0">
                <a:moveTo>
                  <a:pt x="9804" y="0"/>
                </a:moveTo>
                <a:lnTo>
                  <a:pt x="0" y="8077"/>
                </a:lnTo>
                <a:lnTo>
                  <a:pt x="484962" y="596950"/>
                </a:lnTo>
                <a:lnTo>
                  <a:pt x="460451" y="617131"/>
                </a:lnTo>
                <a:lnTo>
                  <a:pt x="538302" y="651738"/>
                </a:lnTo>
                <a:lnTo>
                  <a:pt x="523900" y="588873"/>
                </a:lnTo>
                <a:lnTo>
                  <a:pt x="494766" y="588873"/>
                </a:lnTo>
                <a:lnTo>
                  <a:pt x="9804" y="0"/>
                </a:lnTo>
                <a:close/>
              </a:path>
              <a:path w="538479" h="652145" extrusionOk="0">
                <a:moveTo>
                  <a:pt x="519277" y="568693"/>
                </a:moveTo>
                <a:lnTo>
                  <a:pt x="494766" y="588873"/>
                </a:lnTo>
                <a:lnTo>
                  <a:pt x="523900" y="588873"/>
                </a:lnTo>
                <a:lnTo>
                  <a:pt x="519277" y="5686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46"/>
          <p:cNvSpPr/>
          <p:nvPr/>
        </p:nvSpPr>
        <p:spPr>
          <a:xfrm>
            <a:off x="8586629" y="2869571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5" h="576579" extrusionOk="0">
                <a:moveTo>
                  <a:pt x="8585" y="0"/>
                </a:moveTo>
                <a:lnTo>
                  <a:pt x="0" y="9359"/>
                </a:lnTo>
                <a:lnTo>
                  <a:pt x="566166" y="529310"/>
                </a:lnTo>
                <a:lnTo>
                  <a:pt x="544690" y="552704"/>
                </a:lnTo>
                <a:lnTo>
                  <a:pt x="626592" y="576173"/>
                </a:lnTo>
                <a:lnTo>
                  <a:pt x="605159" y="519963"/>
                </a:lnTo>
                <a:lnTo>
                  <a:pt x="574763" y="519963"/>
                </a:lnTo>
                <a:lnTo>
                  <a:pt x="8585" y="0"/>
                </a:lnTo>
                <a:close/>
              </a:path>
              <a:path w="626745" h="576579" extrusionOk="0">
                <a:moveTo>
                  <a:pt x="596239" y="496570"/>
                </a:moveTo>
                <a:lnTo>
                  <a:pt x="574763" y="519963"/>
                </a:lnTo>
                <a:lnTo>
                  <a:pt x="605159" y="519963"/>
                </a:lnTo>
                <a:lnTo>
                  <a:pt x="596239" y="4965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46"/>
          <p:cNvSpPr/>
          <p:nvPr/>
        </p:nvSpPr>
        <p:spPr>
          <a:xfrm>
            <a:off x="7092317" y="2869571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5" h="576579" extrusionOk="0">
                <a:moveTo>
                  <a:pt x="30352" y="496570"/>
                </a:moveTo>
                <a:lnTo>
                  <a:pt x="0" y="576173"/>
                </a:lnTo>
                <a:lnTo>
                  <a:pt x="81902" y="552704"/>
                </a:lnTo>
                <a:lnTo>
                  <a:pt x="60426" y="529310"/>
                </a:lnTo>
                <a:lnTo>
                  <a:pt x="70604" y="519963"/>
                </a:lnTo>
                <a:lnTo>
                  <a:pt x="51828" y="519963"/>
                </a:lnTo>
                <a:lnTo>
                  <a:pt x="30352" y="496570"/>
                </a:lnTo>
                <a:close/>
              </a:path>
              <a:path w="626745" h="576579" extrusionOk="0">
                <a:moveTo>
                  <a:pt x="618007" y="0"/>
                </a:moveTo>
                <a:lnTo>
                  <a:pt x="51828" y="519963"/>
                </a:lnTo>
                <a:lnTo>
                  <a:pt x="70604" y="519963"/>
                </a:lnTo>
                <a:lnTo>
                  <a:pt x="626592" y="9359"/>
                </a:lnTo>
                <a:lnTo>
                  <a:pt x="6180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46"/>
          <p:cNvSpPr txBox="1"/>
          <p:nvPr/>
        </p:nvSpPr>
        <p:spPr>
          <a:xfrm>
            <a:off x="7679342" y="2561988"/>
            <a:ext cx="984885" cy="332740"/>
          </a:xfrm>
          <a:prstGeom prst="rect">
            <a:avLst/>
          </a:prstGeom>
          <a:solidFill>
            <a:srgbClr val="FFFF00"/>
          </a:solidFill>
          <a:ln w="123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3650" rIns="0" bIns="0" anchor="t" anchorCtr="0">
            <a:noAutofit/>
          </a:bodyPr>
          <a:lstStyle/>
          <a:p>
            <a:pPr marL="1358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46"/>
          <p:cNvSpPr txBox="1"/>
          <p:nvPr/>
        </p:nvSpPr>
        <p:spPr>
          <a:xfrm>
            <a:off x="8784435" y="3451183"/>
            <a:ext cx="996950" cy="344805"/>
          </a:xfrm>
          <a:prstGeom prst="rect">
            <a:avLst/>
          </a:prstGeom>
          <a:solidFill>
            <a:srgbClr val="FFFF00"/>
          </a:solidFill>
          <a:ln w="123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825" rIns="0" bIns="0" anchor="t" anchorCtr="0">
            <a:noAutofit/>
          </a:bodyPr>
          <a:lstStyle/>
          <a:p>
            <a:pPr marL="2108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46"/>
          <p:cNvSpPr txBox="1"/>
          <p:nvPr/>
        </p:nvSpPr>
        <p:spPr>
          <a:xfrm>
            <a:off x="7997424" y="4428888"/>
            <a:ext cx="1021715" cy="332740"/>
          </a:xfrm>
          <a:prstGeom prst="rect">
            <a:avLst/>
          </a:prstGeom>
          <a:solidFill>
            <a:srgbClr val="FFFF00"/>
          </a:solidFill>
          <a:ln w="123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1892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TaxInc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46"/>
          <p:cNvSpPr/>
          <p:nvPr/>
        </p:nvSpPr>
        <p:spPr>
          <a:xfrm>
            <a:off x="8990969" y="5382500"/>
            <a:ext cx="685800" cy="444500"/>
          </a:xfrm>
          <a:custGeom>
            <a:avLst/>
            <a:gdLst/>
            <a:ahLst/>
            <a:cxnLst/>
            <a:rect l="l" t="t" r="r" b="b"/>
            <a:pathLst>
              <a:path w="685800" h="444500" extrusionOk="0">
                <a:moveTo>
                  <a:pt x="611263" y="0"/>
                </a:moveTo>
                <a:lnTo>
                  <a:pt x="74536" y="0"/>
                </a:lnTo>
                <a:lnTo>
                  <a:pt x="45525" y="5858"/>
                </a:lnTo>
                <a:lnTo>
                  <a:pt x="21832" y="21832"/>
                </a:lnTo>
                <a:lnTo>
                  <a:pt x="5858" y="45525"/>
                </a:lnTo>
                <a:lnTo>
                  <a:pt x="0" y="74536"/>
                </a:lnTo>
                <a:lnTo>
                  <a:pt x="0" y="369963"/>
                </a:lnTo>
                <a:lnTo>
                  <a:pt x="5858" y="398974"/>
                </a:lnTo>
                <a:lnTo>
                  <a:pt x="21832" y="422667"/>
                </a:lnTo>
                <a:lnTo>
                  <a:pt x="45525" y="438641"/>
                </a:lnTo>
                <a:lnTo>
                  <a:pt x="74536" y="444500"/>
                </a:lnTo>
                <a:lnTo>
                  <a:pt x="611263" y="444500"/>
                </a:lnTo>
                <a:lnTo>
                  <a:pt x="640274" y="438641"/>
                </a:lnTo>
                <a:lnTo>
                  <a:pt x="663967" y="422667"/>
                </a:lnTo>
                <a:lnTo>
                  <a:pt x="679941" y="398974"/>
                </a:lnTo>
                <a:lnTo>
                  <a:pt x="685800" y="369963"/>
                </a:lnTo>
                <a:lnTo>
                  <a:pt x="685800" y="74536"/>
                </a:lnTo>
                <a:lnTo>
                  <a:pt x="679941" y="45525"/>
                </a:lnTo>
                <a:lnTo>
                  <a:pt x="663967" y="21832"/>
                </a:lnTo>
                <a:lnTo>
                  <a:pt x="640274" y="5858"/>
                </a:lnTo>
                <a:lnTo>
                  <a:pt x="611263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46"/>
          <p:cNvSpPr txBox="1"/>
          <p:nvPr/>
        </p:nvSpPr>
        <p:spPr>
          <a:xfrm>
            <a:off x="9064093" y="5414877"/>
            <a:ext cx="4305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46"/>
          <p:cNvSpPr/>
          <p:nvPr/>
        </p:nvSpPr>
        <p:spPr>
          <a:xfrm>
            <a:off x="7352668" y="5407892"/>
            <a:ext cx="711200" cy="444500"/>
          </a:xfrm>
          <a:custGeom>
            <a:avLst/>
            <a:gdLst/>
            <a:ahLst/>
            <a:cxnLst/>
            <a:rect l="l" t="t" r="r" b="b"/>
            <a:pathLst>
              <a:path w="711200" h="444500" extrusionOk="0">
                <a:moveTo>
                  <a:pt x="637120" y="0"/>
                </a:moveTo>
                <a:lnTo>
                  <a:pt x="74091" y="0"/>
                </a:lnTo>
                <a:lnTo>
                  <a:pt x="45252" y="5822"/>
                </a:lnTo>
                <a:lnTo>
                  <a:pt x="21701" y="21701"/>
                </a:lnTo>
                <a:lnTo>
                  <a:pt x="5822" y="45252"/>
                </a:lnTo>
                <a:lnTo>
                  <a:pt x="0" y="74091"/>
                </a:lnTo>
                <a:lnTo>
                  <a:pt x="0" y="370420"/>
                </a:lnTo>
                <a:lnTo>
                  <a:pt x="5822" y="399258"/>
                </a:lnTo>
                <a:lnTo>
                  <a:pt x="21701" y="422805"/>
                </a:lnTo>
                <a:lnTo>
                  <a:pt x="45252" y="438679"/>
                </a:lnTo>
                <a:lnTo>
                  <a:pt x="74091" y="444500"/>
                </a:lnTo>
                <a:lnTo>
                  <a:pt x="637120" y="444500"/>
                </a:lnTo>
                <a:lnTo>
                  <a:pt x="665953" y="438679"/>
                </a:lnTo>
                <a:lnTo>
                  <a:pt x="689500" y="422805"/>
                </a:lnTo>
                <a:lnTo>
                  <a:pt x="705377" y="399258"/>
                </a:lnTo>
                <a:lnTo>
                  <a:pt x="711200" y="370420"/>
                </a:lnTo>
                <a:lnTo>
                  <a:pt x="711200" y="74091"/>
                </a:lnTo>
                <a:lnTo>
                  <a:pt x="705377" y="45252"/>
                </a:lnTo>
                <a:lnTo>
                  <a:pt x="689500" y="21701"/>
                </a:lnTo>
                <a:lnTo>
                  <a:pt x="665953" y="5822"/>
                </a:lnTo>
                <a:lnTo>
                  <a:pt x="63712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46"/>
          <p:cNvSpPr txBox="1"/>
          <p:nvPr/>
        </p:nvSpPr>
        <p:spPr>
          <a:xfrm>
            <a:off x="7558511" y="5418772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46"/>
          <p:cNvSpPr/>
          <p:nvPr/>
        </p:nvSpPr>
        <p:spPr>
          <a:xfrm>
            <a:off x="6730368" y="3464800"/>
            <a:ext cx="749300" cy="419100"/>
          </a:xfrm>
          <a:custGeom>
            <a:avLst/>
            <a:gdLst/>
            <a:ahLst/>
            <a:cxnLst/>
            <a:rect l="l" t="t" r="r" b="b"/>
            <a:pathLst>
              <a:path w="749300" h="419100" extrusionOk="0">
                <a:moveTo>
                  <a:pt x="679450" y="0"/>
                </a:moveTo>
                <a:lnTo>
                  <a:pt x="69850" y="0"/>
                </a:lnTo>
                <a:lnTo>
                  <a:pt x="42658" y="5488"/>
                </a:lnTo>
                <a:lnTo>
                  <a:pt x="20456" y="20456"/>
                </a:lnTo>
                <a:lnTo>
                  <a:pt x="5488" y="4265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35"/>
                </a:lnTo>
                <a:lnTo>
                  <a:pt x="20456" y="398638"/>
                </a:lnTo>
                <a:lnTo>
                  <a:pt x="42658" y="413609"/>
                </a:lnTo>
                <a:lnTo>
                  <a:pt x="69850" y="419100"/>
                </a:lnTo>
                <a:lnTo>
                  <a:pt x="679450" y="419100"/>
                </a:lnTo>
                <a:lnTo>
                  <a:pt x="706635" y="413609"/>
                </a:lnTo>
                <a:lnTo>
                  <a:pt x="728838" y="398638"/>
                </a:lnTo>
                <a:lnTo>
                  <a:pt x="743809" y="376435"/>
                </a:lnTo>
                <a:lnTo>
                  <a:pt x="749300" y="349250"/>
                </a:lnTo>
                <a:lnTo>
                  <a:pt x="749300" y="69850"/>
                </a:lnTo>
                <a:lnTo>
                  <a:pt x="743809" y="42658"/>
                </a:lnTo>
                <a:lnTo>
                  <a:pt x="728838" y="20456"/>
                </a:lnTo>
                <a:lnTo>
                  <a:pt x="706635" y="5488"/>
                </a:lnTo>
                <a:lnTo>
                  <a:pt x="6794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46"/>
          <p:cNvSpPr txBox="1"/>
          <p:nvPr/>
        </p:nvSpPr>
        <p:spPr>
          <a:xfrm>
            <a:off x="6938713" y="3475308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46"/>
          <p:cNvSpPr/>
          <p:nvPr/>
        </p:nvSpPr>
        <p:spPr>
          <a:xfrm>
            <a:off x="9905369" y="4442697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 extrusionOk="0">
                <a:moveTo>
                  <a:pt x="670979" y="0"/>
                </a:moveTo>
                <a:lnTo>
                  <a:pt x="78320" y="0"/>
                </a:lnTo>
                <a:lnTo>
                  <a:pt x="47834" y="6154"/>
                </a:lnTo>
                <a:lnTo>
                  <a:pt x="22939" y="22939"/>
                </a:lnTo>
                <a:lnTo>
                  <a:pt x="6154" y="47834"/>
                </a:lnTo>
                <a:lnTo>
                  <a:pt x="0" y="78320"/>
                </a:lnTo>
                <a:lnTo>
                  <a:pt x="0" y="391579"/>
                </a:lnTo>
                <a:lnTo>
                  <a:pt x="6154" y="422065"/>
                </a:lnTo>
                <a:lnTo>
                  <a:pt x="22939" y="446960"/>
                </a:lnTo>
                <a:lnTo>
                  <a:pt x="47834" y="463745"/>
                </a:lnTo>
                <a:lnTo>
                  <a:pt x="78320" y="469899"/>
                </a:lnTo>
                <a:lnTo>
                  <a:pt x="670979" y="469899"/>
                </a:lnTo>
                <a:lnTo>
                  <a:pt x="701465" y="463745"/>
                </a:lnTo>
                <a:lnTo>
                  <a:pt x="726360" y="446960"/>
                </a:lnTo>
                <a:lnTo>
                  <a:pt x="743145" y="422065"/>
                </a:lnTo>
                <a:lnTo>
                  <a:pt x="749300" y="391579"/>
                </a:lnTo>
                <a:lnTo>
                  <a:pt x="749300" y="78320"/>
                </a:lnTo>
                <a:lnTo>
                  <a:pt x="743145" y="47834"/>
                </a:lnTo>
                <a:lnTo>
                  <a:pt x="726360" y="22939"/>
                </a:lnTo>
                <a:lnTo>
                  <a:pt x="701465" y="6154"/>
                </a:lnTo>
                <a:lnTo>
                  <a:pt x="670979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46"/>
          <p:cNvSpPr txBox="1"/>
          <p:nvPr/>
        </p:nvSpPr>
        <p:spPr>
          <a:xfrm>
            <a:off x="10093412" y="4480145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46"/>
          <p:cNvSpPr txBox="1"/>
          <p:nvPr/>
        </p:nvSpPr>
        <p:spPr>
          <a:xfrm>
            <a:off x="6938713" y="2906768"/>
            <a:ext cx="421507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46"/>
          <p:cNvSpPr txBox="1"/>
          <p:nvPr/>
        </p:nvSpPr>
        <p:spPr>
          <a:xfrm>
            <a:off x="9021940" y="2906768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46"/>
          <p:cNvSpPr txBox="1"/>
          <p:nvPr/>
        </p:nvSpPr>
        <p:spPr>
          <a:xfrm>
            <a:off x="10093412" y="3838774"/>
            <a:ext cx="7150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46"/>
          <p:cNvSpPr txBox="1"/>
          <p:nvPr/>
        </p:nvSpPr>
        <p:spPr>
          <a:xfrm>
            <a:off x="7666381" y="3838774"/>
            <a:ext cx="1181853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46"/>
          <p:cNvSpPr txBox="1"/>
          <p:nvPr/>
        </p:nvSpPr>
        <p:spPr>
          <a:xfrm>
            <a:off x="7279499" y="4852001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46"/>
          <p:cNvSpPr txBox="1"/>
          <p:nvPr/>
        </p:nvSpPr>
        <p:spPr>
          <a:xfrm>
            <a:off x="9225951" y="4852001"/>
            <a:ext cx="5626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35" name="Google Shape;655;p79"/>
          <p:cNvSpPr txBox="1">
            <a:spLocks/>
          </p:cNvSpPr>
          <p:nvPr/>
        </p:nvSpPr>
        <p:spPr>
          <a:xfrm>
            <a:off x="682217" y="1280581"/>
            <a:ext cx="9411195" cy="414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0380" marR="674370" indent="-281305">
              <a:lnSpc>
                <a:spcPct val="120000"/>
              </a:lnSpc>
              <a:buSzPts val="2000"/>
              <a:buFont typeface="Arial"/>
              <a:buNone/>
            </a:pPr>
            <a:r>
              <a:rPr lang="en-US" sz="2000" b="1" dirty="0">
                <a:latin typeface="Consolas" panose="020B0609020204030204" pitchFamily="49" charset="0"/>
              </a:rPr>
              <a:t>Function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BuildTree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n,A</a:t>
            </a:r>
            <a:r>
              <a:rPr lang="en-US" sz="2000" dirty="0">
                <a:latin typeface="Consolas" panose="020B0609020204030204" pitchFamily="49" charset="0"/>
              </a:rPr>
              <a:t>) //n: samples (rows), A: attributes</a:t>
            </a:r>
            <a:endParaRPr lang="en-US" dirty="0">
              <a:latin typeface="Consolas" panose="020B0609020204030204" pitchFamily="49" charset="0"/>
            </a:endParaRPr>
          </a:p>
          <a:p>
            <a:pPr marL="500380" marR="674370" indent="-281305">
              <a:lnSpc>
                <a:spcPct val="120000"/>
              </a:lnSpc>
              <a:buSzPts val="2000"/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If empty(A) or all n(L) are the same </a:t>
            </a:r>
            <a:endParaRPr lang="en-US" dirty="0">
              <a:latin typeface="Consolas" panose="020B0609020204030204" pitchFamily="49" charset="0"/>
            </a:endParaRPr>
          </a:p>
          <a:p>
            <a:pPr marL="500380" marR="674370" indent="-281305">
              <a:lnSpc>
                <a:spcPct val="120000"/>
              </a:lnSpc>
              <a:buSzPts val="2000"/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    status = leaf</a:t>
            </a:r>
          </a:p>
          <a:p>
            <a:pPr marL="500380" indent="0">
              <a:spcBef>
                <a:spcPts val="480"/>
              </a:spcBef>
              <a:buSzPts val="2000"/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class = most common class in n(L)</a:t>
            </a:r>
          </a:p>
          <a:p>
            <a:pPr marL="219709" indent="0">
              <a:spcBef>
                <a:spcPts val="480"/>
              </a:spcBef>
              <a:buSzPts val="2000"/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else</a:t>
            </a:r>
          </a:p>
          <a:p>
            <a:pPr marL="500380" indent="0">
              <a:spcBef>
                <a:spcPts val="480"/>
              </a:spcBef>
              <a:buSzPts val="2000"/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status = internal</a:t>
            </a:r>
          </a:p>
          <a:p>
            <a:pPr marL="500380" indent="0">
              <a:spcBef>
                <a:spcPts val="480"/>
              </a:spcBef>
              <a:buSzPts val="2000"/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a ⇐ </a:t>
            </a:r>
            <a:r>
              <a:rPr lang="en-US" sz="2000" dirty="0" err="1">
                <a:latin typeface="Consolas" panose="020B0609020204030204" pitchFamily="49" charset="0"/>
              </a:rPr>
              <a:t>bestAttribute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n,A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  <a:p>
            <a:pPr marL="500380" marR="5080" indent="0">
              <a:lnSpc>
                <a:spcPct val="144000"/>
              </a:lnSpc>
              <a:spcBef>
                <a:spcPts val="175"/>
              </a:spcBef>
              <a:buSzPts val="2000"/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 err="1">
                <a:latin typeface="Consolas" panose="020B0609020204030204" pitchFamily="49" charset="0"/>
              </a:rPr>
              <a:t>LeftNode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BuildTree</a:t>
            </a:r>
            <a:r>
              <a:rPr lang="en-US" sz="2000" dirty="0">
                <a:latin typeface="Consolas" panose="020B0609020204030204" pitchFamily="49" charset="0"/>
              </a:rPr>
              <a:t>(n(a=1), A \ {a})  </a:t>
            </a:r>
            <a:endParaRPr lang="en-US" dirty="0">
              <a:latin typeface="Consolas" panose="020B0609020204030204" pitchFamily="49" charset="0"/>
            </a:endParaRPr>
          </a:p>
          <a:p>
            <a:pPr marL="500380" marR="5080" indent="0">
              <a:lnSpc>
                <a:spcPct val="144000"/>
              </a:lnSpc>
              <a:spcBef>
                <a:spcPts val="175"/>
              </a:spcBef>
              <a:buSzPts val="2000"/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 err="1">
                <a:latin typeface="Consolas" panose="020B0609020204030204" pitchFamily="49" charset="0"/>
              </a:rPr>
              <a:t>RightNode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BuildTree</a:t>
            </a:r>
            <a:r>
              <a:rPr lang="en-US" sz="2000" dirty="0">
                <a:latin typeface="Consolas" panose="020B0609020204030204" pitchFamily="49" charset="0"/>
              </a:rPr>
              <a:t>(n(a=0), A \ {a})</a:t>
            </a:r>
          </a:p>
          <a:p>
            <a:pPr marL="12700" marR="4109720" indent="276860">
              <a:lnSpc>
                <a:spcPct val="144000"/>
              </a:lnSpc>
              <a:spcBef>
                <a:spcPts val="5"/>
              </a:spcBef>
              <a:buSzPts val="2000"/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end  </a:t>
            </a:r>
            <a:endParaRPr lang="en-US" dirty="0">
              <a:latin typeface="Consolas" panose="020B0609020204030204" pitchFamily="49" charset="0"/>
            </a:endParaRPr>
          </a:p>
          <a:p>
            <a:pPr marL="12700" marR="4109720" indent="276860">
              <a:lnSpc>
                <a:spcPct val="144000"/>
              </a:lnSpc>
              <a:spcBef>
                <a:spcPts val="5"/>
              </a:spcBef>
              <a:buSzPts val="2000"/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039112" y="3511296"/>
            <a:ext cx="2688336" cy="42552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47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>
                <a:solidFill>
                  <a:srgbClr val="000000"/>
                </a:solidFill>
              </a:rPr>
              <a:t>Measures of Best Attribute to Split</a:t>
            </a:r>
            <a:endParaRPr sz="4000"/>
          </a:p>
        </p:txBody>
      </p:sp>
      <p:sp>
        <p:nvSpPr>
          <p:cNvPr id="980" name="Google Shape;980;p47"/>
          <p:cNvSpPr txBox="1">
            <a:spLocks noGrp="1"/>
          </p:cNvSpPr>
          <p:nvPr>
            <p:ph type="body" idx="1"/>
          </p:nvPr>
        </p:nvSpPr>
        <p:spPr>
          <a:xfrm>
            <a:off x="804672" y="2313432"/>
            <a:ext cx="10515600" cy="355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</a:pPr>
            <a:r>
              <a:rPr lang="en-US" b="1">
                <a:solidFill>
                  <a:schemeClr val="dk2"/>
                </a:solidFill>
              </a:rPr>
              <a:t>Misclassification error</a:t>
            </a:r>
            <a:endParaRPr/>
          </a:p>
          <a:p>
            <a:pPr marL="457200" lvl="0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3200"/>
              <a:buChar char="•"/>
            </a:pPr>
            <a:r>
              <a:rPr lang="en-US">
                <a:solidFill>
                  <a:srgbClr val="ADADAD"/>
                </a:solidFill>
              </a:rPr>
              <a:t>Gini Index</a:t>
            </a:r>
            <a:endParaRPr/>
          </a:p>
          <a:p>
            <a:pPr marL="457200" lvl="0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3200"/>
              <a:buChar char="•"/>
            </a:pPr>
            <a:r>
              <a:rPr lang="en-US">
                <a:solidFill>
                  <a:srgbClr val="ADADAD"/>
                </a:solidFill>
              </a:rPr>
              <a:t>Entropy &amp; Information Gain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4;p46"/>
          <p:cNvSpPr/>
          <p:nvPr/>
        </p:nvSpPr>
        <p:spPr>
          <a:xfrm>
            <a:off x="4474067" y="4002606"/>
            <a:ext cx="749300" cy="419100"/>
          </a:xfrm>
          <a:custGeom>
            <a:avLst/>
            <a:gdLst/>
            <a:ahLst/>
            <a:cxnLst/>
            <a:rect l="l" t="t" r="r" b="b"/>
            <a:pathLst>
              <a:path w="749300" h="419100" extrusionOk="0">
                <a:moveTo>
                  <a:pt x="679450" y="0"/>
                </a:moveTo>
                <a:lnTo>
                  <a:pt x="69850" y="0"/>
                </a:lnTo>
                <a:lnTo>
                  <a:pt x="42658" y="5488"/>
                </a:lnTo>
                <a:lnTo>
                  <a:pt x="20456" y="20456"/>
                </a:lnTo>
                <a:lnTo>
                  <a:pt x="5488" y="4265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35"/>
                </a:lnTo>
                <a:lnTo>
                  <a:pt x="20456" y="398638"/>
                </a:lnTo>
                <a:lnTo>
                  <a:pt x="42658" y="413609"/>
                </a:lnTo>
                <a:lnTo>
                  <a:pt x="69850" y="419100"/>
                </a:lnTo>
                <a:lnTo>
                  <a:pt x="679450" y="419100"/>
                </a:lnTo>
                <a:lnTo>
                  <a:pt x="706635" y="413609"/>
                </a:lnTo>
                <a:lnTo>
                  <a:pt x="728838" y="398638"/>
                </a:lnTo>
                <a:lnTo>
                  <a:pt x="743809" y="376435"/>
                </a:lnTo>
                <a:lnTo>
                  <a:pt x="749300" y="349250"/>
                </a:lnTo>
                <a:lnTo>
                  <a:pt x="749300" y="69850"/>
                </a:lnTo>
                <a:lnTo>
                  <a:pt x="743809" y="42658"/>
                </a:lnTo>
                <a:lnTo>
                  <a:pt x="728838" y="20456"/>
                </a:lnTo>
                <a:lnTo>
                  <a:pt x="706635" y="5488"/>
                </a:lnTo>
                <a:lnTo>
                  <a:pt x="6794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Assumption: Binary Split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400" indent="0">
              <a:buNone/>
            </a:pPr>
            <a:r>
              <a:rPr lang="en-US" dirty="0"/>
              <a:t>Examples will assume that all attributes are binary:</a:t>
            </a:r>
          </a:p>
          <a:p>
            <a:pPr marL="25400" indent="0">
              <a:buNone/>
            </a:pPr>
            <a:endParaRPr lang="en-US" dirty="0"/>
          </a:p>
          <a:p>
            <a:pPr marL="25400" indent="0">
              <a:buNone/>
            </a:pPr>
            <a:endParaRPr lang="en-US" dirty="0"/>
          </a:p>
          <a:p>
            <a:pPr marL="25400" indent="0">
              <a:buNone/>
            </a:pPr>
            <a:endParaRPr lang="en-US" dirty="0"/>
          </a:p>
          <a:p>
            <a:pPr marL="25400" indent="0">
              <a:buNone/>
            </a:pPr>
            <a:endParaRPr lang="en-US" dirty="0"/>
          </a:p>
          <a:p>
            <a:pPr marL="25400" indent="0">
              <a:buNone/>
            </a:pPr>
            <a:r>
              <a:rPr lang="en-US" dirty="0"/>
              <a:t>Later we will discuss non-binary attributes.</a:t>
            </a:r>
          </a:p>
          <a:p>
            <a:endParaRPr lang="en-US" dirty="0"/>
          </a:p>
        </p:txBody>
      </p:sp>
      <p:sp>
        <p:nvSpPr>
          <p:cNvPr id="5" name="Google Shape;955;p46"/>
          <p:cNvSpPr/>
          <p:nvPr/>
        </p:nvSpPr>
        <p:spPr>
          <a:xfrm>
            <a:off x="6285880" y="3420994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5" h="576579" extrusionOk="0">
                <a:moveTo>
                  <a:pt x="8585" y="0"/>
                </a:moveTo>
                <a:lnTo>
                  <a:pt x="0" y="9359"/>
                </a:lnTo>
                <a:lnTo>
                  <a:pt x="566166" y="529310"/>
                </a:lnTo>
                <a:lnTo>
                  <a:pt x="544690" y="552704"/>
                </a:lnTo>
                <a:lnTo>
                  <a:pt x="626592" y="576173"/>
                </a:lnTo>
                <a:lnTo>
                  <a:pt x="605159" y="519963"/>
                </a:lnTo>
                <a:lnTo>
                  <a:pt x="574763" y="519963"/>
                </a:lnTo>
                <a:lnTo>
                  <a:pt x="8585" y="0"/>
                </a:lnTo>
                <a:close/>
              </a:path>
              <a:path w="626745" h="576579" extrusionOk="0">
                <a:moveTo>
                  <a:pt x="596239" y="496570"/>
                </a:moveTo>
                <a:lnTo>
                  <a:pt x="574763" y="519963"/>
                </a:lnTo>
                <a:lnTo>
                  <a:pt x="605159" y="519963"/>
                </a:lnTo>
                <a:lnTo>
                  <a:pt x="596239" y="4965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56;p46"/>
          <p:cNvSpPr/>
          <p:nvPr/>
        </p:nvSpPr>
        <p:spPr>
          <a:xfrm>
            <a:off x="4791568" y="3420994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5" h="576579" extrusionOk="0">
                <a:moveTo>
                  <a:pt x="30352" y="496570"/>
                </a:moveTo>
                <a:lnTo>
                  <a:pt x="0" y="576173"/>
                </a:lnTo>
                <a:lnTo>
                  <a:pt x="81902" y="552704"/>
                </a:lnTo>
                <a:lnTo>
                  <a:pt x="60426" y="529310"/>
                </a:lnTo>
                <a:lnTo>
                  <a:pt x="70604" y="519963"/>
                </a:lnTo>
                <a:lnTo>
                  <a:pt x="51828" y="519963"/>
                </a:lnTo>
                <a:lnTo>
                  <a:pt x="30352" y="496570"/>
                </a:lnTo>
                <a:close/>
              </a:path>
              <a:path w="626745" h="576579" extrusionOk="0">
                <a:moveTo>
                  <a:pt x="618007" y="0"/>
                </a:moveTo>
                <a:lnTo>
                  <a:pt x="51828" y="519963"/>
                </a:lnTo>
                <a:lnTo>
                  <a:pt x="70604" y="519963"/>
                </a:lnTo>
                <a:lnTo>
                  <a:pt x="626592" y="9359"/>
                </a:lnTo>
                <a:lnTo>
                  <a:pt x="6180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57;p46"/>
          <p:cNvSpPr txBox="1"/>
          <p:nvPr/>
        </p:nvSpPr>
        <p:spPr>
          <a:xfrm>
            <a:off x="5378593" y="3113411"/>
            <a:ext cx="984885" cy="332740"/>
          </a:xfrm>
          <a:prstGeom prst="rect">
            <a:avLst/>
          </a:prstGeom>
          <a:solidFill>
            <a:srgbClr val="FFFF00"/>
          </a:solidFill>
          <a:ln w="123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3650" rIns="0" bIns="0" anchor="t" anchorCtr="0">
            <a:noAutofit/>
          </a:bodyPr>
          <a:lstStyle/>
          <a:p>
            <a:pPr marL="1358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8;p46"/>
          <p:cNvSpPr txBox="1"/>
          <p:nvPr/>
        </p:nvSpPr>
        <p:spPr>
          <a:xfrm>
            <a:off x="6483686" y="4002606"/>
            <a:ext cx="996950" cy="344805"/>
          </a:xfrm>
          <a:prstGeom prst="rect">
            <a:avLst/>
          </a:prstGeom>
          <a:solidFill>
            <a:srgbClr val="FFFF00"/>
          </a:solidFill>
          <a:ln w="123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825" rIns="0" bIns="0" anchor="t" anchorCtr="0">
            <a:noAutofit/>
          </a:bodyPr>
          <a:lstStyle/>
          <a:p>
            <a:pPr marL="2108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65;p46"/>
          <p:cNvSpPr txBox="1"/>
          <p:nvPr/>
        </p:nvSpPr>
        <p:spPr>
          <a:xfrm>
            <a:off x="4637964" y="4026731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68;p46"/>
          <p:cNvSpPr txBox="1"/>
          <p:nvPr/>
        </p:nvSpPr>
        <p:spPr>
          <a:xfrm>
            <a:off x="4637964" y="3458191"/>
            <a:ext cx="421507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969;p46"/>
          <p:cNvSpPr txBox="1"/>
          <p:nvPr/>
        </p:nvSpPr>
        <p:spPr>
          <a:xfrm>
            <a:off x="6721191" y="3458191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72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8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noAutofit/>
          </a:bodyPr>
          <a:lstStyle/>
          <a:p>
            <a:pPr marL="59055" marR="5080" lvl="0" indent="-46990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Misclassification Error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125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11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Misclassification error at a node </a:t>
            </a:r>
            <a:r>
              <a:rPr lang="en-US" i="1" dirty="0"/>
              <a:t>t:</a:t>
            </a:r>
            <a:endParaRPr i="1" dirty="0"/>
          </a:p>
        </p:txBody>
      </p:sp>
      <p:sp>
        <p:nvSpPr>
          <p:cNvPr id="987" name="Google Shape;987;p48"/>
          <p:cNvSpPr txBox="1">
            <a:spLocks noGrp="1"/>
          </p:cNvSpPr>
          <p:nvPr>
            <p:ph type="body" idx="2"/>
          </p:nvPr>
        </p:nvSpPr>
        <p:spPr>
          <a:xfrm>
            <a:off x="6172199" y="1825625"/>
            <a:ext cx="5685503" cy="4145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11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“If this was a leaf node, how poorly would it do?”</a:t>
            </a:r>
            <a:endParaRPr sz="3600" dirty="0"/>
          </a:p>
          <a:p>
            <a:pPr marL="742950" marR="586740" lvl="1" indent="-2857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Maximum value is (1 - 1/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baseline="-25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0" i="0" u="none" strike="noStrike" dirty="0">
                <a:solidFill>
                  <a:srgbClr val="000000"/>
                </a:solidFill>
                <a:sym typeface="Arial"/>
              </a:rPr>
              <a:t>)</a:t>
            </a:r>
          </a:p>
          <a:p>
            <a:pPr marL="1200150" marR="586740" lvl="2" indent="-285750">
              <a:lnSpc>
                <a:spcPct val="100000"/>
              </a:lnSpc>
              <a:spcBef>
                <a:spcPts val="420"/>
              </a:spcBef>
              <a:buSzPts val="3200"/>
            </a:pPr>
            <a:r>
              <a:rPr lang="en-US" sz="2400" dirty="0">
                <a:solidFill>
                  <a:srgbClr val="000000"/>
                </a:solidFill>
              </a:rPr>
              <a:t>E.g. 3 Yes, 3 No </a:t>
            </a:r>
            <a:r>
              <a:rPr lang="en-US" sz="2400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br>
              <a:rPr lang="en-US" sz="2400" dirty="0">
                <a:solidFill>
                  <a:srgbClr val="000000"/>
                </a:solidFill>
                <a:sym typeface="Wingdings" panose="05000000000000000000" pitchFamily="2" charset="2"/>
              </a:rPr>
            </a:br>
            <a:r>
              <a:rPr lang="en-US" sz="2400" dirty="0">
                <a:solidFill>
                  <a:srgbClr val="000000"/>
                </a:solidFill>
                <a:sym typeface="Wingdings" panose="05000000000000000000" pitchFamily="2" charset="2"/>
              </a:rPr>
              <a:t>50% error</a:t>
            </a:r>
            <a:endParaRPr lang="en-US" sz="2400" b="0" i="0" u="none" strike="noStrike" dirty="0">
              <a:solidFill>
                <a:srgbClr val="000000"/>
              </a:solidFill>
              <a:sym typeface="Arial"/>
            </a:endParaRPr>
          </a:p>
          <a:p>
            <a:pPr marL="742950" marR="586740" lvl="1" indent="-2857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sym typeface="Arial"/>
              </a:rPr>
              <a:t>Minimum is 0</a:t>
            </a:r>
            <a:endParaRPr lang="en-US" sz="3600" dirty="0"/>
          </a:p>
          <a:p>
            <a:pPr marL="1200150" marR="586740" lvl="2" indent="-285750">
              <a:lnSpc>
                <a:spcPct val="100000"/>
              </a:lnSpc>
              <a:spcBef>
                <a:spcPts val="420"/>
              </a:spcBef>
              <a:buSzPts val="3200"/>
            </a:pPr>
            <a:r>
              <a:rPr lang="en-US" sz="24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E.g. 4 Yes, 0 No </a:t>
            </a:r>
            <a:r>
              <a:rPr lang="en-US" sz="24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 </a:t>
            </a:r>
            <a:br>
              <a:rPr lang="en-US" sz="24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0% Error</a:t>
            </a:r>
            <a:endParaRPr lang="en-US" sz="2400" b="0" i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Oval 1"/>
          <p:cNvSpPr/>
          <p:nvPr/>
        </p:nvSpPr>
        <p:spPr>
          <a:xfrm>
            <a:off x="1199360" y="4472782"/>
            <a:ext cx="191729" cy="1917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059682" y="4993892"/>
            <a:ext cx="191729" cy="1917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327178" y="5032188"/>
            <a:ext cx="191729" cy="1917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870410" y="4433453"/>
            <a:ext cx="191729" cy="19172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541460" y="4595685"/>
            <a:ext cx="191729" cy="19172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310703" y="4251557"/>
            <a:ext cx="3645550" cy="1778153"/>
            <a:chOff x="310703" y="4251557"/>
            <a:chExt cx="3645550" cy="1778153"/>
          </a:xfrm>
        </p:grpSpPr>
        <p:sp>
          <p:nvSpPr>
            <p:cNvPr id="3" name="Rectangle 2"/>
            <p:cNvSpPr/>
            <p:nvPr/>
          </p:nvSpPr>
          <p:spPr>
            <a:xfrm>
              <a:off x="845399" y="4251557"/>
              <a:ext cx="2344994" cy="117987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10703" y="5568045"/>
              <a:ext cx="36455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Error = </a:t>
              </a:r>
              <a:r>
                <a:rPr lang="en-US" altLang="zh-CN" sz="2400" dirty="0"/>
                <a:t>1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-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3</a:t>
              </a:r>
              <a:r>
                <a:rPr lang="en-US" sz="2400" dirty="0"/>
                <a:t>/5 </a:t>
              </a:r>
              <a:r>
                <a:rPr lang="en-US" altLang="zh-CN" sz="2400" dirty="0"/>
                <a:t>=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2/5</a:t>
              </a:r>
              <a:r>
                <a:rPr lang="zh-CN" altLang="en-US" sz="2400" dirty="0"/>
                <a:t> </a:t>
              </a:r>
              <a:r>
                <a:rPr lang="en-US" sz="2400" dirty="0"/>
                <a:t>= 0.4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5443" y="3173757"/>
                <a:ext cx="5015411" cy="6447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=1 −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lim>
                          </m:limLow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43" y="3173757"/>
                <a:ext cx="5015411" cy="644792"/>
              </a:xfrm>
              <a:prstGeom prst="rect">
                <a:avLst/>
              </a:prstGeom>
              <a:blipFill>
                <a:blip r:embed="rId6"/>
                <a:stretch>
                  <a:fillRect b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4032452" y="3898328"/>
            <a:ext cx="2127659" cy="1775279"/>
            <a:chOff x="4032452" y="3898328"/>
            <a:chExt cx="2127659" cy="1775279"/>
          </a:xfrm>
        </p:grpSpPr>
        <p:sp>
          <p:nvSpPr>
            <p:cNvPr id="6" name="TextBox 5"/>
            <p:cNvSpPr txBox="1"/>
            <p:nvPr/>
          </p:nvSpPr>
          <p:spPr>
            <a:xfrm>
              <a:off x="4032452" y="4657944"/>
              <a:ext cx="212765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Probability of having class </a:t>
              </a:r>
              <a:r>
                <a:rPr lang="en-US" sz="2000" i="1" dirty="0"/>
                <a:t>c </a:t>
              </a:r>
              <a:r>
                <a:rPr lang="en-US" sz="2000" dirty="0"/>
                <a:t>in note </a:t>
              </a:r>
              <a:r>
                <a:rPr lang="en-US" sz="2000" i="1" dirty="0"/>
                <a:t>t.</a:t>
              </a:r>
              <a:endParaRPr lang="en-US" sz="2000" dirty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4734232" y="3898328"/>
              <a:ext cx="140134" cy="69735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4" name="Slide Number Placeholder 1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10403884" y="3189571"/>
            <a:ext cx="2127659" cy="1290066"/>
            <a:chOff x="3850684" y="3709478"/>
            <a:chExt cx="2127659" cy="1290066"/>
          </a:xfrm>
        </p:grpSpPr>
        <p:sp>
          <p:nvSpPr>
            <p:cNvPr id="21" name="TextBox 20"/>
            <p:cNvSpPr txBox="1"/>
            <p:nvPr/>
          </p:nvSpPr>
          <p:spPr>
            <a:xfrm>
              <a:off x="3850684" y="4291658"/>
              <a:ext cx="21276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Number of classes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H="1" flipV="1">
              <a:off x="3944112" y="3709478"/>
              <a:ext cx="530352" cy="50460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9"/>
          <p:cNvSpPr txBox="1">
            <a:spLocks noGrp="1"/>
          </p:cNvSpPr>
          <p:nvPr>
            <p:ph type="title"/>
          </p:nvPr>
        </p:nvSpPr>
        <p:spPr>
          <a:xfrm>
            <a:off x="804672" y="798480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 dirty="0"/>
              <a:t>Misclassification Error of a Split </a:t>
            </a:r>
            <a:endParaRPr dirty="0"/>
          </a:p>
        </p:txBody>
      </p:sp>
      <p:sp>
        <p:nvSpPr>
          <p:cNvPr id="996" name="Google Shape;996;p49"/>
          <p:cNvSpPr/>
          <p:nvPr/>
        </p:nvSpPr>
        <p:spPr>
          <a:xfrm>
            <a:off x="3385025" y="1622938"/>
            <a:ext cx="1016000" cy="457200"/>
          </a:xfrm>
          <a:custGeom>
            <a:avLst/>
            <a:gdLst/>
            <a:ahLst/>
            <a:cxnLst/>
            <a:rect l="l" t="t" r="r" b="b"/>
            <a:pathLst>
              <a:path w="1016000" h="457200" extrusionOk="0">
                <a:moveTo>
                  <a:pt x="0" y="228483"/>
                </a:moveTo>
                <a:lnTo>
                  <a:pt x="15506" y="172224"/>
                </a:lnTo>
                <a:lnTo>
                  <a:pt x="59489" y="121072"/>
                </a:lnTo>
                <a:lnTo>
                  <a:pt x="90970" y="97945"/>
                </a:lnTo>
                <a:lnTo>
                  <a:pt x="128142" y="76738"/>
                </a:lnTo>
                <a:lnTo>
                  <a:pt x="170529" y="57664"/>
                </a:lnTo>
                <a:lnTo>
                  <a:pt x="217657" y="40936"/>
                </a:lnTo>
                <a:lnTo>
                  <a:pt x="269049" y="26770"/>
                </a:lnTo>
                <a:lnTo>
                  <a:pt x="324229" y="15379"/>
                </a:lnTo>
                <a:lnTo>
                  <a:pt x="382721" y="6978"/>
                </a:lnTo>
                <a:lnTo>
                  <a:pt x="444051" y="1780"/>
                </a:lnTo>
                <a:lnTo>
                  <a:pt x="507740" y="0"/>
                </a:lnTo>
                <a:lnTo>
                  <a:pt x="571430" y="1780"/>
                </a:lnTo>
                <a:lnTo>
                  <a:pt x="632760" y="6978"/>
                </a:lnTo>
                <a:lnTo>
                  <a:pt x="691252" y="15379"/>
                </a:lnTo>
                <a:lnTo>
                  <a:pt x="746432" y="26770"/>
                </a:lnTo>
                <a:lnTo>
                  <a:pt x="797824" y="40936"/>
                </a:lnTo>
                <a:lnTo>
                  <a:pt x="844951" y="57664"/>
                </a:lnTo>
                <a:lnTo>
                  <a:pt x="887339" y="76738"/>
                </a:lnTo>
                <a:lnTo>
                  <a:pt x="924511" y="97945"/>
                </a:lnTo>
                <a:lnTo>
                  <a:pt x="955992" y="121072"/>
                </a:lnTo>
                <a:lnTo>
                  <a:pt x="999974" y="172224"/>
                </a:lnTo>
                <a:lnTo>
                  <a:pt x="1015481" y="228483"/>
                </a:lnTo>
                <a:lnTo>
                  <a:pt x="1011525" y="257143"/>
                </a:lnTo>
                <a:lnTo>
                  <a:pt x="981305" y="311063"/>
                </a:lnTo>
                <a:lnTo>
                  <a:pt x="924511" y="359020"/>
                </a:lnTo>
                <a:lnTo>
                  <a:pt x="887339" y="380228"/>
                </a:lnTo>
                <a:lnTo>
                  <a:pt x="844951" y="399302"/>
                </a:lnTo>
                <a:lnTo>
                  <a:pt x="797824" y="416030"/>
                </a:lnTo>
                <a:lnTo>
                  <a:pt x="746432" y="430196"/>
                </a:lnTo>
                <a:lnTo>
                  <a:pt x="691252" y="441587"/>
                </a:lnTo>
                <a:lnTo>
                  <a:pt x="632760" y="449988"/>
                </a:lnTo>
                <a:lnTo>
                  <a:pt x="571430" y="455186"/>
                </a:lnTo>
                <a:lnTo>
                  <a:pt x="507740" y="456966"/>
                </a:lnTo>
                <a:lnTo>
                  <a:pt x="444051" y="455186"/>
                </a:lnTo>
                <a:lnTo>
                  <a:pt x="382721" y="449988"/>
                </a:lnTo>
                <a:lnTo>
                  <a:pt x="324229" y="441587"/>
                </a:lnTo>
                <a:lnTo>
                  <a:pt x="269049" y="430196"/>
                </a:lnTo>
                <a:lnTo>
                  <a:pt x="217657" y="416030"/>
                </a:lnTo>
                <a:lnTo>
                  <a:pt x="170529" y="399302"/>
                </a:lnTo>
                <a:lnTo>
                  <a:pt x="128142" y="380228"/>
                </a:lnTo>
                <a:lnTo>
                  <a:pt x="90970" y="359020"/>
                </a:lnTo>
                <a:lnTo>
                  <a:pt x="59489" y="335894"/>
                </a:lnTo>
                <a:lnTo>
                  <a:pt x="15506" y="284742"/>
                </a:lnTo>
                <a:lnTo>
                  <a:pt x="0" y="228483"/>
                </a:lnTo>
                <a:close/>
              </a:path>
            </a:pathLst>
          </a:custGeom>
          <a:solidFill>
            <a:srgbClr val="C9DAF8"/>
          </a:solidFill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49"/>
          <p:cNvSpPr txBox="1"/>
          <p:nvPr/>
        </p:nvSpPr>
        <p:spPr>
          <a:xfrm>
            <a:off x="3482625" y="1666727"/>
            <a:ext cx="821600" cy="358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49"/>
          <p:cNvSpPr/>
          <p:nvPr/>
        </p:nvSpPr>
        <p:spPr>
          <a:xfrm>
            <a:off x="2814088" y="2080138"/>
            <a:ext cx="1104900" cy="723900"/>
          </a:xfrm>
          <a:custGeom>
            <a:avLst/>
            <a:gdLst/>
            <a:ahLst/>
            <a:cxnLst/>
            <a:rect l="l" t="t" r="r" b="b"/>
            <a:pathLst>
              <a:path w="1104900" h="723900" extrusionOk="0">
                <a:moveTo>
                  <a:pt x="1104336" y="0"/>
                </a:moveTo>
                <a:lnTo>
                  <a:pt x="0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49"/>
          <p:cNvSpPr/>
          <p:nvPr/>
        </p:nvSpPr>
        <p:spPr>
          <a:xfrm>
            <a:off x="3918425" y="2080138"/>
            <a:ext cx="1181100" cy="723900"/>
          </a:xfrm>
          <a:custGeom>
            <a:avLst/>
            <a:gdLst/>
            <a:ahLst/>
            <a:cxnLst/>
            <a:rect l="l" t="t" r="r" b="b"/>
            <a:pathLst>
              <a:path w="1181100" h="723900" extrusionOk="0">
                <a:moveTo>
                  <a:pt x="0" y="0"/>
                </a:moveTo>
                <a:lnTo>
                  <a:pt x="1180497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49"/>
          <p:cNvSpPr txBox="1"/>
          <p:nvPr/>
        </p:nvSpPr>
        <p:spPr>
          <a:xfrm>
            <a:off x="2624476" y="2213647"/>
            <a:ext cx="471062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49"/>
          <p:cNvSpPr txBox="1"/>
          <p:nvPr/>
        </p:nvSpPr>
        <p:spPr>
          <a:xfrm>
            <a:off x="4945515" y="2226710"/>
            <a:ext cx="530653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49"/>
          <p:cNvSpPr txBox="1"/>
          <p:nvPr/>
        </p:nvSpPr>
        <p:spPr>
          <a:xfrm>
            <a:off x="2394425" y="2804038"/>
            <a:ext cx="990600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050" rIns="0" bIns="0" anchor="t" anchorCtr="0">
            <a:noAutofit/>
          </a:bodyPr>
          <a:lstStyle/>
          <a:p>
            <a:pPr marL="482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R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49"/>
          <p:cNvSpPr txBox="1"/>
          <p:nvPr/>
        </p:nvSpPr>
        <p:spPr>
          <a:xfrm>
            <a:off x="4578825" y="2804038"/>
            <a:ext cx="1054100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050" rIns="0" bIns="0" anchor="t" anchorCtr="0">
            <a:noAutofit/>
          </a:bodyPr>
          <a:lstStyle/>
          <a:p>
            <a:pPr marL="5143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B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04" name="Google Shape;1004;p49"/>
          <p:cNvGraphicFramePr/>
          <p:nvPr>
            <p:extLst>
              <p:ext uri="{D42A27DB-BD31-4B8C-83A1-F6EECF244321}">
                <p14:modId xmlns:p14="http://schemas.microsoft.com/office/powerpoint/2010/main" val="1259374220"/>
              </p:ext>
            </p:extLst>
          </p:nvPr>
        </p:nvGraphicFramePr>
        <p:xfrm>
          <a:off x="2151086" y="4343388"/>
          <a:ext cx="2652150" cy="137057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94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</a:t>
                      </a:r>
                      <a:endParaRPr sz="21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Red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Blue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825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800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800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Total: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005" name="Google Shape;1005;p49"/>
          <p:cNvCxnSpPr/>
          <p:nvPr/>
        </p:nvCxnSpPr>
        <p:spPr>
          <a:xfrm>
            <a:off x="2921900" y="3214013"/>
            <a:ext cx="519600" cy="1062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006" name="Google Shape;1006;p49"/>
          <p:cNvCxnSpPr/>
          <p:nvPr/>
        </p:nvCxnSpPr>
        <p:spPr>
          <a:xfrm flipH="1">
            <a:off x="4304225" y="3185213"/>
            <a:ext cx="706200" cy="111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007" name="Google Shape;1007;p49"/>
          <p:cNvSpPr txBox="1"/>
          <p:nvPr/>
        </p:nvSpPr>
        <p:spPr>
          <a:xfrm>
            <a:off x="6288975" y="1622950"/>
            <a:ext cx="40053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many instances are misclassified?</a:t>
            </a: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4/6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2/6 = 33%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B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US" altLang="zh-CN" sz="2000" dirty="0"/>
              <a:t>3/4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1/4 = 25%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49"/>
          <p:cNvSpPr txBox="1"/>
          <p:nvPr/>
        </p:nvSpPr>
        <p:spPr>
          <a:xfrm>
            <a:off x="3182175" y="6153500"/>
            <a:ext cx="5520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Calculate error for each child node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9"/>
          <p:cNvSpPr txBox="1">
            <a:spLocks noGrp="1"/>
          </p:cNvSpPr>
          <p:nvPr>
            <p:ph type="title"/>
          </p:nvPr>
        </p:nvSpPr>
        <p:spPr>
          <a:xfrm>
            <a:off x="804672" y="798480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 dirty="0"/>
              <a:t>Misclassification Error of a Split </a:t>
            </a:r>
            <a:endParaRPr dirty="0"/>
          </a:p>
        </p:txBody>
      </p:sp>
      <p:sp>
        <p:nvSpPr>
          <p:cNvPr id="996" name="Google Shape;996;p49"/>
          <p:cNvSpPr/>
          <p:nvPr/>
        </p:nvSpPr>
        <p:spPr>
          <a:xfrm>
            <a:off x="3385025" y="1622938"/>
            <a:ext cx="1016000" cy="457200"/>
          </a:xfrm>
          <a:custGeom>
            <a:avLst/>
            <a:gdLst/>
            <a:ahLst/>
            <a:cxnLst/>
            <a:rect l="l" t="t" r="r" b="b"/>
            <a:pathLst>
              <a:path w="1016000" h="457200" extrusionOk="0">
                <a:moveTo>
                  <a:pt x="0" y="228483"/>
                </a:moveTo>
                <a:lnTo>
                  <a:pt x="15506" y="172224"/>
                </a:lnTo>
                <a:lnTo>
                  <a:pt x="59489" y="121072"/>
                </a:lnTo>
                <a:lnTo>
                  <a:pt x="90970" y="97945"/>
                </a:lnTo>
                <a:lnTo>
                  <a:pt x="128142" y="76738"/>
                </a:lnTo>
                <a:lnTo>
                  <a:pt x="170529" y="57664"/>
                </a:lnTo>
                <a:lnTo>
                  <a:pt x="217657" y="40936"/>
                </a:lnTo>
                <a:lnTo>
                  <a:pt x="269049" y="26770"/>
                </a:lnTo>
                <a:lnTo>
                  <a:pt x="324229" y="15379"/>
                </a:lnTo>
                <a:lnTo>
                  <a:pt x="382721" y="6978"/>
                </a:lnTo>
                <a:lnTo>
                  <a:pt x="444051" y="1780"/>
                </a:lnTo>
                <a:lnTo>
                  <a:pt x="507740" y="0"/>
                </a:lnTo>
                <a:lnTo>
                  <a:pt x="571430" y="1780"/>
                </a:lnTo>
                <a:lnTo>
                  <a:pt x="632760" y="6978"/>
                </a:lnTo>
                <a:lnTo>
                  <a:pt x="691252" y="15379"/>
                </a:lnTo>
                <a:lnTo>
                  <a:pt x="746432" y="26770"/>
                </a:lnTo>
                <a:lnTo>
                  <a:pt x="797824" y="40936"/>
                </a:lnTo>
                <a:lnTo>
                  <a:pt x="844951" y="57664"/>
                </a:lnTo>
                <a:lnTo>
                  <a:pt x="887339" y="76738"/>
                </a:lnTo>
                <a:lnTo>
                  <a:pt x="924511" y="97945"/>
                </a:lnTo>
                <a:lnTo>
                  <a:pt x="955992" y="121072"/>
                </a:lnTo>
                <a:lnTo>
                  <a:pt x="999974" y="172224"/>
                </a:lnTo>
                <a:lnTo>
                  <a:pt x="1015481" y="228483"/>
                </a:lnTo>
                <a:lnTo>
                  <a:pt x="1011525" y="257143"/>
                </a:lnTo>
                <a:lnTo>
                  <a:pt x="981305" y="311063"/>
                </a:lnTo>
                <a:lnTo>
                  <a:pt x="924511" y="359020"/>
                </a:lnTo>
                <a:lnTo>
                  <a:pt x="887339" y="380228"/>
                </a:lnTo>
                <a:lnTo>
                  <a:pt x="844951" y="399302"/>
                </a:lnTo>
                <a:lnTo>
                  <a:pt x="797824" y="416030"/>
                </a:lnTo>
                <a:lnTo>
                  <a:pt x="746432" y="430196"/>
                </a:lnTo>
                <a:lnTo>
                  <a:pt x="691252" y="441587"/>
                </a:lnTo>
                <a:lnTo>
                  <a:pt x="632760" y="449988"/>
                </a:lnTo>
                <a:lnTo>
                  <a:pt x="571430" y="455186"/>
                </a:lnTo>
                <a:lnTo>
                  <a:pt x="507740" y="456966"/>
                </a:lnTo>
                <a:lnTo>
                  <a:pt x="444051" y="455186"/>
                </a:lnTo>
                <a:lnTo>
                  <a:pt x="382721" y="449988"/>
                </a:lnTo>
                <a:lnTo>
                  <a:pt x="324229" y="441587"/>
                </a:lnTo>
                <a:lnTo>
                  <a:pt x="269049" y="430196"/>
                </a:lnTo>
                <a:lnTo>
                  <a:pt x="217657" y="416030"/>
                </a:lnTo>
                <a:lnTo>
                  <a:pt x="170529" y="399302"/>
                </a:lnTo>
                <a:lnTo>
                  <a:pt x="128142" y="380228"/>
                </a:lnTo>
                <a:lnTo>
                  <a:pt x="90970" y="359020"/>
                </a:lnTo>
                <a:lnTo>
                  <a:pt x="59489" y="335894"/>
                </a:lnTo>
                <a:lnTo>
                  <a:pt x="15506" y="284742"/>
                </a:lnTo>
                <a:lnTo>
                  <a:pt x="0" y="228483"/>
                </a:lnTo>
                <a:close/>
              </a:path>
            </a:pathLst>
          </a:custGeom>
          <a:solidFill>
            <a:srgbClr val="C9DAF8"/>
          </a:solidFill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49"/>
          <p:cNvSpPr txBox="1"/>
          <p:nvPr/>
        </p:nvSpPr>
        <p:spPr>
          <a:xfrm>
            <a:off x="3482625" y="1666727"/>
            <a:ext cx="821600" cy="358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49"/>
          <p:cNvSpPr/>
          <p:nvPr/>
        </p:nvSpPr>
        <p:spPr>
          <a:xfrm>
            <a:off x="2814088" y="2080138"/>
            <a:ext cx="1104900" cy="723900"/>
          </a:xfrm>
          <a:custGeom>
            <a:avLst/>
            <a:gdLst/>
            <a:ahLst/>
            <a:cxnLst/>
            <a:rect l="l" t="t" r="r" b="b"/>
            <a:pathLst>
              <a:path w="1104900" h="723900" extrusionOk="0">
                <a:moveTo>
                  <a:pt x="1104336" y="0"/>
                </a:moveTo>
                <a:lnTo>
                  <a:pt x="0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49"/>
          <p:cNvSpPr/>
          <p:nvPr/>
        </p:nvSpPr>
        <p:spPr>
          <a:xfrm>
            <a:off x="3918425" y="2080138"/>
            <a:ext cx="1181100" cy="723900"/>
          </a:xfrm>
          <a:custGeom>
            <a:avLst/>
            <a:gdLst/>
            <a:ahLst/>
            <a:cxnLst/>
            <a:rect l="l" t="t" r="r" b="b"/>
            <a:pathLst>
              <a:path w="1181100" h="723900" extrusionOk="0">
                <a:moveTo>
                  <a:pt x="0" y="0"/>
                </a:moveTo>
                <a:lnTo>
                  <a:pt x="1180497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49"/>
          <p:cNvSpPr txBox="1"/>
          <p:nvPr/>
        </p:nvSpPr>
        <p:spPr>
          <a:xfrm>
            <a:off x="2624476" y="2213647"/>
            <a:ext cx="471062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49"/>
          <p:cNvSpPr txBox="1"/>
          <p:nvPr/>
        </p:nvSpPr>
        <p:spPr>
          <a:xfrm>
            <a:off x="4945515" y="2226710"/>
            <a:ext cx="530653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49"/>
          <p:cNvSpPr txBox="1"/>
          <p:nvPr/>
        </p:nvSpPr>
        <p:spPr>
          <a:xfrm>
            <a:off x="2394425" y="2804038"/>
            <a:ext cx="990600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050" rIns="0" bIns="0" anchor="t" anchorCtr="0">
            <a:noAutofit/>
          </a:bodyPr>
          <a:lstStyle/>
          <a:p>
            <a:pPr marL="482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R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49"/>
          <p:cNvSpPr txBox="1"/>
          <p:nvPr/>
        </p:nvSpPr>
        <p:spPr>
          <a:xfrm>
            <a:off x="4578825" y="2804038"/>
            <a:ext cx="1054100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050" rIns="0" bIns="0" anchor="t" anchorCtr="0">
            <a:noAutofit/>
          </a:bodyPr>
          <a:lstStyle/>
          <a:p>
            <a:pPr marL="5143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B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04" name="Google Shape;1004;p49"/>
          <p:cNvGraphicFramePr/>
          <p:nvPr>
            <p:extLst>
              <p:ext uri="{D42A27DB-BD31-4B8C-83A1-F6EECF244321}">
                <p14:modId xmlns:p14="http://schemas.microsoft.com/office/powerpoint/2010/main" val="2020506754"/>
              </p:ext>
            </p:extLst>
          </p:nvPr>
        </p:nvGraphicFramePr>
        <p:xfrm>
          <a:off x="2151086" y="4343388"/>
          <a:ext cx="2652150" cy="137057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94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</a:t>
                      </a:r>
                      <a:endParaRPr sz="21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Red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Blue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825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800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800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Total: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005" name="Google Shape;1005;p49"/>
          <p:cNvCxnSpPr/>
          <p:nvPr/>
        </p:nvCxnSpPr>
        <p:spPr>
          <a:xfrm>
            <a:off x="2921900" y="3214013"/>
            <a:ext cx="519600" cy="1062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006" name="Google Shape;1006;p49"/>
          <p:cNvCxnSpPr/>
          <p:nvPr/>
        </p:nvCxnSpPr>
        <p:spPr>
          <a:xfrm flipH="1">
            <a:off x="4304225" y="3185213"/>
            <a:ext cx="706200" cy="111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008" name="Google Shape;1008;p49"/>
          <p:cNvSpPr txBox="1"/>
          <p:nvPr/>
        </p:nvSpPr>
        <p:spPr>
          <a:xfrm>
            <a:off x="3182175" y="6153500"/>
            <a:ext cx="5520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Calculate error for each child node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17" name="Google Shape;1048;p95"/>
          <p:cNvSpPr txBox="1"/>
          <p:nvPr/>
        </p:nvSpPr>
        <p:spPr>
          <a:xfrm>
            <a:off x="6288975" y="1622950"/>
            <a:ext cx="40053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many instances are misclassified?</a:t>
            </a: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1 - 4/6 =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2/6 = 33%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B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altLang="zh-CN" sz="2000" dirty="0"/>
              <a:t>- 3/4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1/4 = 25%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Weighted Average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(6/10) * 33% + (4/10) * 25% =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30%  ← Misclassification Error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6733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96"/>
          <p:cNvSpPr/>
          <p:nvPr/>
        </p:nvSpPr>
        <p:spPr>
          <a:xfrm>
            <a:off x="3130550" y="565150"/>
            <a:ext cx="1016000" cy="457200"/>
          </a:xfrm>
          <a:custGeom>
            <a:avLst/>
            <a:gdLst/>
            <a:ahLst/>
            <a:cxnLst/>
            <a:rect l="l" t="t" r="r" b="b"/>
            <a:pathLst>
              <a:path w="1016000" h="457200" extrusionOk="0">
                <a:moveTo>
                  <a:pt x="0" y="228483"/>
                </a:moveTo>
                <a:lnTo>
                  <a:pt x="15506" y="172224"/>
                </a:lnTo>
                <a:lnTo>
                  <a:pt x="59489" y="121072"/>
                </a:lnTo>
                <a:lnTo>
                  <a:pt x="90970" y="97945"/>
                </a:lnTo>
                <a:lnTo>
                  <a:pt x="128142" y="76738"/>
                </a:lnTo>
                <a:lnTo>
                  <a:pt x="170529" y="57664"/>
                </a:lnTo>
                <a:lnTo>
                  <a:pt x="217657" y="40936"/>
                </a:lnTo>
                <a:lnTo>
                  <a:pt x="269049" y="26770"/>
                </a:lnTo>
                <a:lnTo>
                  <a:pt x="324229" y="15379"/>
                </a:lnTo>
                <a:lnTo>
                  <a:pt x="382721" y="6978"/>
                </a:lnTo>
                <a:lnTo>
                  <a:pt x="444051" y="1780"/>
                </a:lnTo>
                <a:lnTo>
                  <a:pt x="507740" y="0"/>
                </a:lnTo>
                <a:lnTo>
                  <a:pt x="571430" y="1780"/>
                </a:lnTo>
                <a:lnTo>
                  <a:pt x="632760" y="6978"/>
                </a:lnTo>
                <a:lnTo>
                  <a:pt x="691252" y="15379"/>
                </a:lnTo>
                <a:lnTo>
                  <a:pt x="746432" y="26770"/>
                </a:lnTo>
                <a:lnTo>
                  <a:pt x="797824" y="40936"/>
                </a:lnTo>
                <a:lnTo>
                  <a:pt x="844951" y="57664"/>
                </a:lnTo>
                <a:lnTo>
                  <a:pt x="887339" y="76738"/>
                </a:lnTo>
                <a:lnTo>
                  <a:pt x="924511" y="97945"/>
                </a:lnTo>
                <a:lnTo>
                  <a:pt x="955992" y="121072"/>
                </a:lnTo>
                <a:lnTo>
                  <a:pt x="999974" y="172224"/>
                </a:lnTo>
                <a:lnTo>
                  <a:pt x="1015481" y="228483"/>
                </a:lnTo>
                <a:lnTo>
                  <a:pt x="1011525" y="257143"/>
                </a:lnTo>
                <a:lnTo>
                  <a:pt x="981305" y="311063"/>
                </a:lnTo>
                <a:lnTo>
                  <a:pt x="924511" y="359020"/>
                </a:lnTo>
                <a:lnTo>
                  <a:pt x="887339" y="380228"/>
                </a:lnTo>
                <a:lnTo>
                  <a:pt x="844951" y="399302"/>
                </a:lnTo>
                <a:lnTo>
                  <a:pt x="797824" y="416030"/>
                </a:lnTo>
                <a:lnTo>
                  <a:pt x="746432" y="430196"/>
                </a:lnTo>
                <a:lnTo>
                  <a:pt x="691252" y="441587"/>
                </a:lnTo>
                <a:lnTo>
                  <a:pt x="632760" y="449988"/>
                </a:lnTo>
                <a:lnTo>
                  <a:pt x="571430" y="455186"/>
                </a:lnTo>
                <a:lnTo>
                  <a:pt x="507740" y="456966"/>
                </a:lnTo>
                <a:lnTo>
                  <a:pt x="444051" y="455186"/>
                </a:lnTo>
                <a:lnTo>
                  <a:pt x="382721" y="449988"/>
                </a:lnTo>
                <a:lnTo>
                  <a:pt x="324229" y="441587"/>
                </a:lnTo>
                <a:lnTo>
                  <a:pt x="269049" y="430196"/>
                </a:lnTo>
                <a:lnTo>
                  <a:pt x="217657" y="416030"/>
                </a:lnTo>
                <a:lnTo>
                  <a:pt x="170529" y="399302"/>
                </a:lnTo>
                <a:lnTo>
                  <a:pt x="128142" y="380228"/>
                </a:lnTo>
                <a:lnTo>
                  <a:pt x="90970" y="359020"/>
                </a:lnTo>
                <a:lnTo>
                  <a:pt x="59489" y="335894"/>
                </a:lnTo>
                <a:lnTo>
                  <a:pt x="15506" y="284742"/>
                </a:lnTo>
                <a:lnTo>
                  <a:pt x="0" y="228483"/>
                </a:lnTo>
                <a:close/>
              </a:path>
            </a:pathLst>
          </a:custGeom>
          <a:solidFill>
            <a:srgbClr val="C9DAF8"/>
          </a:solidFill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96"/>
          <p:cNvSpPr txBox="1"/>
          <p:nvPr/>
        </p:nvSpPr>
        <p:spPr>
          <a:xfrm>
            <a:off x="3326921" y="611188"/>
            <a:ext cx="675936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Color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96"/>
          <p:cNvSpPr/>
          <p:nvPr/>
        </p:nvSpPr>
        <p:spPr>
          <a:xfrm>
            <a:off x="2559613" y="1022350"/>
            <a:ext cx="1104900" cy="723900"/>
          </a:xfrm>
          <a:custGeom>
            <a:avLst/>
            <a:gdLst/>
            <a:ahLst/>
            <a:cxnLst/>
            <a:rect l="l" t="t" r="r" b="b"/>
            <a:pathLst>
              <a:path w="1104900" h="723900" extrusionOk="0">
                <a:moveTo>
                  <a:pt x="1104336" y="0"/>
                </a:moveTo>
                <a:lnTo>
                  <a:pt x="0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96"/>
          <p:cNvSpPr/>
          <p:nvPr/>
        </p:nvSpPr>
        <p:spPr>
          <a:xfrm>
            <a:off x="3663950" y="1022350"/>
            <a:ext cx="1181100" cy="723900"/>
          </a:xfrm>
          <a:custGeom>
            <a:avLst/>
            <a:gdLst/>
            <a:ahLst/>
            <a:cxnLst/>
            <a:rect l="l" t="t" r="r" b="b"/>
            <a:pathLst>
              <a:path w="1181100" h="723900" extrusionOk="0">
                <a:moveTo>
                  <a:pt x="0" y="0"/>
                </a:moveTo>
                <a:lnTo>
                  <a:pt x="1180497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96"/>
          <p:cNvSpPr txBox="1"/>
          <p:nvPr/>
        </p:nvSpPr>
        <p:spPr>
          <a:xfrm>
            <a:off x="2370000" y="1155860"/>
            <a:ext cx="634113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96"/>
          <p:cNvSpPr txBox="1"/>
          <p:nvPr/>
        </p:nvSpPr>
        <p:spPr>
          <a:xfrm>
            <a:off x="4847796" y="1155860"/>
            <a:ext cx="530653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96"/>
          <p:cNvSpPr txBox="1"/>
          <p:nvPr/>
        </p:nvSpPr>
        <p:spPr>
          <a:xfrm>
            <a:off x="2139950" y="1746250"/>
            <a:ext cx="1016000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050" rIns="0" bIns="0" anchor="t" anchorCtr="0">
            <a:noAutofit/>
          </a:bodyPr>
          <a:lstStyle/>
          <a:p>
            <a:pPr marL="482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R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96"/>
          <p:cNvSpPr txBox="1"/>
          <p:nvPr/>
        </p:nvSpPr>
        <p:spPr>
          <a:xfrm>
            <a:off x="4146550" y="1746250"/>
            <a:ext cx="1193800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050" rIns="0" bIns="0" anchor="t" anchorCtr="0">
            <a:noAutofit/>
          </a:bodyPr>
          <a:lstStyle/>
          <a:p>
            <a:pPr marL="5143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B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3" name="Google Shape;1063;p96"/>
          <p:cNvGraphicFramePr/>
          <p:nvPr>
            <p:extLst>
              <p:ext uri="{D42A27DB-BD31-4B8C-83A1-F6EECF244321}">
                <p14:modId xmlns:p14="http://schemas.microsoft.com/office/powerpoint/2010/main" val="4199514629"/>
              </p:ext>
            </p:extLst>
          </p:nvPr>
        </p:nvGraphicFramePr>
        <p:xfrm>
          <a:off x="7794062" y="184175"/>
          <a:ext cx="1838325" cy="151462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72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58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Parent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74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50"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74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65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374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900"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520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65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520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64" name="Google Shape;1064;p96"/>
          <p:cNvGraphicFramePr/>
          <p:nvPr>
            <p:extLst>
              <p:ext uri="{D42A27DB-BD31-4B8C-83A1-F6EECF244321}">
                <p14:modId xmlns:p14="http://schemas.microsoft.com/office/powerpoint/2010/main" val="99059736"/>
              </p:ext>
            </p:extLst>
          </p:nvPr>
        </p:nvGraphicFramePr>
        <p:xfrm>
          <a:off x="2795086" y="2349500"/>
          <a:ext cx="1970675" cy="137057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7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Red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Blue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825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800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800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Error: 30%</a:t>
                      </a:r>
                      <a:endParaRPr sz="2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65" name="Google Shape;1065;p96"/>
          <p:cNvSpPr/>
          <p:nvPr/>
        </p:nvSpPr>
        <p:spPr>
          <a:xfrm>
            <a:off x="5378450" y="3371850"/>
            <a:ext cx="1016000" cy="457200"/>
          </a:xfrm>
          <a:custGeom>
            <a:avLst/>
            <a:gdLst/>
            <a:ahLst/>
            <a:cxnLst/>
            <a:rect l="l" t="t" r="r" b="b"/>
            <a:pathLst>
              <a:path w="1016000" h="457200" extrusionOk="0">
                <a:moveTo>
                  <a:pt x="0" y="228483"/>
                </a:moveTo>
                <a:lnTo>
                  <a:pt x="15506" y="172224"/>
                </a:lnTo>
                <a:lnTo>
                  <a:pt x="59489" y="121072"/>
                </a:lnTo>
                <a:lnTo>
                  <a:pt x="90970" y="97945"/>
                </a:lnTo>
                <a:lnTo>
                  <a:pt x="128142" y="76738"/>
                </a:lnTo>
                <a:lnTo>
                  <a:pt x="170529" y="57664"/>
                </a:lnTo>
                <a:lnTo>
                  <a:pt x="217657" y="40936"/>
                </a:lnTo>
                <a:lnTo>
                  <a:pt x="269049" y="26770"/>
                </a:lnTo>
                <a:lnTo>
                  <a:pt x="324229" y="15379"/>
                </a:lnTo>
                <a:lnTo>
                  <a:pt x="382721" y="6978"/>
                </a:lnTo>
                <a:lnTo>
                  <a:pt x="444051" y="1780"/>
                </a:lnTo>
                <a:lnTo>
                  <a:pt x="507740" y="0"/>
                </a:lnTo>
                <a:lnTo>
                  <a:pt x="571430" y="1780"/>
                </a:lnTo>
                <a:lnTo>
                  <a:pt x="632760" y="6978"/>
                </a:lnTo>
                <a:lnTo>
                  <a:pt x="691252" y="15379"/>
                </a:lnTo>
                <a:lnTo>
                  <a:pt x="746432" y="26770"/>
                </a:lnTo>
                <a:lnTo>
                  <a:pt x="797824" y="40936"/>
                </a:lnTo>
                <a:lnTo>
                  <a:pt x="844951" y="57664"/>
                </a:lnTo>
                <a:lnTo>
                  <a:pt x="887339" y="76738"/>
                </a:lnTo>
                <a:lnTo>
                  <a:pt x="924511" y="97945"/>
                </a:lnTo>
                <a:lnTo>
                  <a:pt x="955992" y="121072"/>
                </a:lnTo>
                <a:lnTo>
                  <a:pt x="999974" y="172224"/>
                </a:lnTo>
                <a:lnTo>
                  <a:pt x="1015481" y="228483"/>
                </a:lnTo>
                <a:lnTo>
                  <a:pt x="1011525" y="257143"/>
                </a:lnTo>
                <a:lnTo>
                  <a:pt x="981305" y="311063"/>
                </a:lnTo>
                <a:lnTo>
                  <a:pt x="924511" y="359020"/>
                </a:lnTo>
                <a:lnTo>
                  <a:pt x="887339" y="380228"/>
                </a:lnTo>
                <a:lnTo>
                  <a:pt x="844951" y="399302"/>
                </a:lnTo>
                <a:lnTo>
                  <a:pt x="797824" y="416030"/>
                </a:lnTo>
                <a:lnTo>
                  <a:pt x="746432" y="430196"/>
                </a:lnTo>
                <a:lnTo>
                  <a:pt x="691252" y="441587"/>
                </a:lnTo>
                <a:lnTo>
                  <a:pt x="632760" y="449988"/>
                </a:lnTo>
                <a:lnTo>
                  <a:pt x="571430" y="455186"/>
                </a:lnTo>
                <a:lnTo>
                  <a:pt x="507740" y="456966"/>
                </a:lnTo>
                <a:lnTo>
                  <a:pt x="444051" y="455186"/>
                </a:lnTo>
                <a:lnTo>
                  <a:pt x="382721" y="449988"/>
                </a:lnTo>
                <a:lnTo>
                  <a:pt x="324229" y="441587"/>
                </a:lnTo>
                <a:lnTo>
                  <a:pt x="269049" y="430196"/>
                </a:lnTo>
                <a:lnTo>
                  <a:pt x="217657" y="416030"/>
                </a:lnTo>
                <a:lnTo>
                  <a:pt x="170529" y="399302"/>
                </a:lnTo>
                <a:lnTo>
                  <a:pt x="128142" y="380228"/>
                </a:lnTo>
                <a:lnTo>
                  <a:pt x="90970" y="359020"/>
                </a:lnTo>
                <a:lnTo>
                  <a:pt x="59489" y="335894"/>
                </a:lnTo>
                <a:lnTo>
                  <a:pt x="15506" y="284742"/>
                </a:lnTo>
                <a:lnTo>
                  <a:pt x="0" y="228483"/>
                </a:lnTo>
                <a:close/>
              </a:path>
            </a:pathLst>
          </a:custGeom>
          <a:solidFill>
            <a:srgbClr val="D9EAD3"/>
          </a:solidFill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96"/>
          <p:cNvSpPr txBox="1"/>
          <p:nvPr/>
        </p:nvSpPr>
        <p:spPr>
          <a:xfrm>
            <a:off x="5636483" y="3418681"/>
            <a:ext cx="666525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Size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96"/>
          <p:cNvSpPr/>
          <p:nvPr/>
        </p:nvSpPr>
        <p:spPr>
          <a:xfrm>
            <a:off x="4807513" y="3829050"/>
            <a:ext cx="1104900" cy="723900"/>
          </a:xfrm>
          <a:custGeom>
            <a:avLst/>
            <a:gdLst/>
            <a:ahLst/>
            <a:cxnLst/>
            <a:rect l="l" t="t" r="r" b="b"/>
            <a:pathLst>
              <a:path w="1104900" h="723900" extrusionOk="0">
                <a:moveTo>
                  <a:pt x="1104336" y="0"/>
                </a:moveTo>
                <a:lnTo>
                  <a:pt x="0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96"/>
          <p:cNvSpPr/>
          <p:nvPr/>
        </p:nvSpPr>
        <p:spPr>
          <a:xfrm>
            <a:off x="5911850" y="3829050"/>
            <a:ext cx="1193800" cy="723900"/>
          </a:xfrm>
          <a:custGeom>
            <a:avLst/>
            <a:gdLst/>
            <a:ahLst/>
            <a:cxnLst/>
            <a:rect l="l" t="t" r="r" b="b"/>
            <a:pathLst>
              <a:path w="1193800" h="723900" extrusionOk="0">
                <a:moveTo>
                  <a:pt x="0" y="0"/>
                </a:moveTo>
                <a:lnTo>
                  <a:pt x="1193191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96"/>
          <p:cNvSpPr txBox="1"/>
          <p:nvPr/>
        </p:nvSpPr>
        <p:spPr>
          <a:xfrm>
            <a:off x="4387850" y="3963352"/>
            <a:ext cx="655132" cy="464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96"/>
          <p:cNvSpPr txBox="1"/>
          <p:nvPr/>
        </p:nvSpPr>
        <p:spPr>
          <a:xfrm>
            <a:off x="7031110" y="3963351"/>
            <a:ext cx="680223" cy="464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96"/>
          <p:cNvSpPr txBox="1"/>
          <p:nvPr/>
        </p:nvSpPr>
        <p:spPr>
          <a:xfrm>
            <a:off x="4387850" y="4552950"/>
            <a:ext cx="1016000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675" rIns="0" bIns="0" anchor="t" anchorCtr="0">
            <a:noAutofit/>
          </a:bodyPr>
          <a:lstStyle/>
          <a:p>
            <a: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96"/>
          <p:cNvSpPr txBox="1"/>
          <p:nvPr/>
        </p:nvSpPr>
        <p:spPr>
          <a:xfrm>
            <a:off x="6584950" y="4552950"/>
            <a:ext cx="1002056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675" rIns="0" bIns="0" anchor="t" anchorCtr="0">
            <a:noAutofit/>
          </a:bodyPr>
          <a:lstStyle/>
          <a:p>
            <a:pPr marL="412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</a:t>
            </a:r>
            <a:r>
              <a:rPr lang="en-US" sz="1800" dirty="0"/>
              <a:t>L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73" name="Google Shape;1073;p96"/>
          <p:cNvGraphicFramePr/>
          <p:nvPr>
            <p:extLst>
              <p:ext uri="{D42A27DB-BD31-4B8C-83A1-F6EECF244321}">
                <p14:modId xmlns:p14="http://schemas.microsoft.com/office/powerpoint/2010/main" val="2253265985"/>
              </p:ext>
            </p:extLst>
          </p:nvPr>
        </p:nvGraphicFramePr>
        <p:xfrm>
          <a:off x="5042982" y="5156200"/>
          <a:ext cx="2246091" cy="137057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803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Small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Large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825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800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800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Error: ??</a:t>
                      </a:r>
                      <a:endParaRPr sz="21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74" name="Google Shape;1074;p96"/>
          <p:cNvSpPr txBox="1"/>
          <p:nvPr/>
        </p:nvSpPr>
        <p:spPr>
          <a:xfrm>
            <a:off x="6166027" y="1917700"/>
            <a:ext cx="5388116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 on Attribute </a:t>
            </a:r>
            <a:r>
              <a:rPr lang="zh-CN" alt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altLang="zh-CN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lang="zh-CN" alt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“Size”?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97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Misclassification Error of a Split </a:t>
            </a:r>
            <a:endParaRPr/>
          </a:p>
        </p:txBody>
      </p:sp>
      <p:sp>
        <p:nvSpPr>
          <p:cNvPr id="1080" name="Google Shape;1080;p97"/>
          <p:cNvSpPr/>
          <p:nvPr/>
        </p:nvSpPr>
        <p:spPr>
          <a:xfrm>
            <a:off x="3385025" y="1622938"/>
            <a:ext cx="1016000" cy="457200"/>
          </a:xfrm>
          <a:custGeom>
            <a:avLst/>
            <a:gdLst/>
            <a:ahLst/>
            <a:cxnLst/>
            <a:rect l="l" t="t" r="r" b="b"/>
            <a:pathLst>
              <a:path w="1016000" h="457200" extrusionOk="0">
                <a:moveTo>
                  <a:pt x="0" y="228483"/>
                </a:moveTo>
                <a:lnTo>
                  <a:pt x="15506" y="172224"/>
                </a:lnTo>
                <a:lnTo>
                  <a:pt x="59489" y="121072"/>
                </a:lnTo>
                <a:lnTo>
                  <a:pt x="90970" y="97945"/>
                </a:lnTo>
                <a:lnTo>
                  <a:pt x="128142" y="76738"/>
                </a:lnTo>
                <a:lnTo>
                  <a:pt x="170529" y="57664"/>
                </a:lnTo>
                <a:lnTo>
                  <a:pt x="217657" y="40936"/>
                </a:lnTo>
                <a:lnTo>
                  <a:pt x="269049" y="26770"/>
                </a:lnTo>
                <a:lnTo>
                  <a:pt x="324229" y="15379"/>
                </a:lnTo>
                <a:lnTo>
                  <a:pt x="382721" y="6978"/>
                </a:lnTo>
                <a:lnTo>
                  <a:pt x="444051" y="1780"/>
                </a:lnTo>
                <a:lnTo>
                  <a:pt x="507740" y="0"/>
                </a:lnTo>
                <a:lnTo>
                  <a:pt x="571430" y="1780"/>
                </a:lnTo>
                <a:lnTo>
                  <a:pt x="632760" y="6978"/>
                </a:lnTo>
                <a:lnTo>
                  <a:pt x="691252" y="15379"/>
                </a:lnTo>
                <a:lnTo>
                  <a:pt x="746432" y="26770"/>
                </a:lnTo>
                <a:lnTo>
                  <a:pt x="797824" y="40936"/>
                </a:lnTo>
                <a:lnTo>
                  <a:pt x="844951" y="57664"/>
                </a:lnTo>
                <a:lnTo>
                  <a:pt x="887339" y="76738"/>
                </a:lnTo>
                <a:lnTo>
                  <a:pt x="924511" y="97945"/>
                </a:lnTo>
                <a:lnTo>
                  <a:pt x="955992" y="121072"/>
                </a:lnTo>
                <a:lnTo>
                  <a:pt x="999974" y="172224"/>
                </a:lnTo>
                <a:lnTo>
                  <a:pt x="1015481" y="228483"/>
                </a:lnTo>
                <a:lnTo>
                  <a:pt x="1011525" y="257143"/>
                </a:lnTo>
                <a:lnTo>
                  <a:pt x="981305" y="311063"/>
                </a:lnTo>
                <a:lnTo>
                  <a:pt x="924511" y="359020"/>
                </a:lnTo>
                <a:lnTo>
                  <a:pt x="887339" y="380228"/>
                </a:lnTo>
                <a:lnTo>
                  <a:pt x="844951" y="399302"/>
                </a:lnTo>
                <a:lnTo>
                  <a:pt x="797824" y="416030"/>
                </a:lnTo>
                <a:lnTo>
                  <a:pt x="746432" y="430196"/>
                </a:lnTo>
                <a:lnTo>
                  <a:pt x="691252" y="441587"/>
                </a:lnTo>
                <a:lnTo>
                  <a:pt x="632760" y="449988"/>
                </a:lnTo>
                <a:lnTo>
                  <a:pt x="571430" y="455186"/>
                </a:lnTo>
                <a:lnTo>
                  <a:pt x="507740" y="456966"/>
                </a:lnTo>
                <a:lnTo>
                  <a:pt x="444051" y="455186"/>
                </a:lnTo>
                <a:lnTo>
                  <a:pt x="382721" y="449988"/>
                </a:lnTo>
                <a:lnTo>
                  <a:pt x="324229" y="441587"/>
                </a:lnTo>
                <a:lnTo>
                  <a:pt x="269049" y="430196"/>
                </a:lnTo>
                <a:lnTo>
                  <a:pt x="217657" y="416030"/>
                </a:lnTo>
                <a:lnTo>
                  <a:pt x="170529" y="399302"/>
                </a:lnTo>
                <a:lnTo>
                  <a:pt x="128142" y="380228"/>
                </a:lnTo>
                <a:lnTo>
                  <a:pt x="90970" y="359020"/>
                </a:lnTo>
                <a:lnTo>
                  <a:pt x="59489" y="335894"/>
                </a:lnTo>
                <a:lnTo>
                  <a:pt x="15506" y="284742"/>
                </a:lnTo>
                <a:lnTo>
                  <a:pt x="0" y="228483"/>
                </a:lnTo>
                <a:close/>
              </a:path>
            </a:pathLst>
          </a:custGeom>
          <a:solidFill>
            <a:srgbClr val="D9EAD3"/>
          </a:solidFill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97"/>
          <p:cNvSpPr txBox="1"/>
          <p:nvPr/>
        </p:nvSpPr>
        <p:spPr>
          <a:xfrm>
            <a:off x="3646710" y="1668975"/>
            <a:ext cx="579137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Size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97"/>
          <p:cNvSpPr/>
          <p:nvPr/>
        </p:nvSpPr>
        <p:spPr>
          <a:xfrm>
            <a:off x="2814088" y="2080138"/>
            <a:ext cx="1104900" cy="723900"/>
          </a:xfrm>
          <a:custGeom>
            <a:avLst/>
            <a:gdLst/>
            <a:ahLst/>
            <a:cxnLst/>
            <a:rect l="l" t="t" r="r" b="b"/>
            <a:pathLst>
              <a:path w="1104900" h="723900" extrusionOk="0">
                <a:moveTo>
                  <a:pt x="1104336" y="0"/>
                </a:moveTo>
                <a:lnTo>
                  <a:pt x="0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97"/>
          <p:cNvSpPr/>
          <p:nvPr/>
        </p:nvSpPr>
        <p:spPr>
          <a:xfrm>
            <a:off x="3918425" y="2080138"/>
            <a:ext cx="1181100" cy="723900"/>
          </a:xfrm>
          <a:custGeom>
            <a:avLst/>
            <a:gdLst/>
            <a:ahLst/>
            <a:cxnLst/>
            <a:rect l="l" t="t" r="r" b="b"/>
            <a:pathLst>
              <a:path w="1181100" h="723900" extrusionOk="0">
                <a:moveTo>
                  <a:pt x="0" y="0"/>
                </a:moveTo>
                <a:lnTo>
                  <a:pt x="1180497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97"/>
          <p:cNvSpPr txBox="1"/>
          <p:nvPr/>
        </p:nvSpPr>
        <p:spPr>
          <a:xfrm>
            <a:off x="2332051" y="2213646"/>
            <a:ext cx="694147" cy="43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97"/>
          <p:cNvSpPr txBox="1"/>
          <p:nvPr/>
        </p:nvSpPr>
        <p:spPr>
          <a:xfrm>
            <a:off x="5063082" y="2213647"/>
            <a:ext cx="653303" cy="572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97"/>
          <p:cNvSpPr txBox="1"/>
          <p:nvPr/>
        </p:nvSpPr>
        <p:spPr>
          <a:xfrm>
            <a:off x="2394425" y="2804038"/>
            <a:ext cx="1054100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050" rIns="0" bIns="0" anchor="t" anchorCtr="0">
            <a:noAutofit/>
          </a:bodyPr>
          <a:lstStyle/>
          <a:p>
            <a:pPr marL="482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97"/>
          <p:cNvSpPr txBox="1"/>
          <p:nvPr/>
        </p:nvSpPr>
        <p:spPr>
          <a:xfrm>
            <a:off x="4578825" y="2804038"/>
            <a:ext cx="1054100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050" rIns="0" bIns="0" anchor="t" anchorCtr="0">
            <a:noAutofit/>
          </a:bodyPr>
          <a:lstStyle/>
          <a:p>
            <a:pPr marL="5143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L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88" name="Google Shape;1088;p97"/>
          <p:cNvGraphicFramePr/>
          <p:nvPr>
            <p:extLst>
              <p:ext uri="{D42A27DB-BD31-4B8C-83A1-F6EECF244321}">
                <p14:modId xmlns:p14="http://schemas.microsoft.com/office/powerpoint/2010/main" val="2865058291"/>
              </p:ext>
            </p:extLst>
          </p:nvPr>
        </p:nvGraphicFramePr>
        <p:xfrm>
          <a:off x="2151086" y="4343388"/>
          <a:ext cx="2652150" cy="137057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94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</a:t>
                      </a:r>
                      <a:endParaRPr sz="21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Small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Large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825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800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800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Total: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089" name="Google Shape;1089;p97"/>
          <p:cNvCxnSpPr/>
          <p:nvPr/>
        </p:nvCxnSpPr>
        <p:spPr>
          <a:xfrm>
            <a:off x="2921900" y="3214013"/>
            <a:ext cx="519600" cy="1062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090" name="Google Shape;1090;p97"/>
          <p:cNvCxnSpPr/>
          <p:nvPr/>
        </p:nvCxnSpPr>
        <p:spPr>
          <a:xfrm flipH="1">
            <a:off x="4304225" y="3185213"/>
            <a:ext cx="706200" cy="1119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091" name="Google Shape;1091;p97"/>
          <p:cNvSpPr txBox="1"/>
          <p:nvPr/>
        </p:nvSpPr>
        <p:spPr>
          <a:xfrm>
            <a:off x="6288975" y="1622950"/>
            <a:ext cx="40053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many instances are misclassified?</a:t>
            </a: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5/7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2/7 = 29%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L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2000" dirty="0"/>
              <a:t>-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3/3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0/3 = 0%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Weighted Average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(7/10) * 29% + (3/10) * 0% =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20%  ← Misclassification Error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96"/>
          <p:cNvSpPr/>
          <p:nvPr/>
        </p:nvSpPr>
        <p:spPr>
          <a:xfrm>
            <a:off x="3130550" y="565150"/>
            <a:ext cx="1016000" cy="457200"/>
          </a:xfrm>
          <a:custGeom>
            <a:avLst/>
            <a:gdLst/>
            <a:ahLst/>
            <a:cxnLst/>
            <a:rect l="l" t="t" r="r" b="b"/>
            <a:pathLst>
              <a:path w="1016000" h="457200" extrusionOk="0">
                <a:moveTo>
                  <a:pt x="0" y="228483"/>
                </a:moveTo>
                <a:lnTo>
                  <a:pt x="15506" y="172224"/>
                </a:lnTo>
                <a:lnTo>
                  <a:pt x="59489" y="121072"/>
                </a:lnTo>
                <a:lnTo>
                  <a:pt x="90970" y="97945"/>
                </a:lnTo>
                <a:lnTo>
                  <a:pt x="128142" y="76738"/>
                </a:lnTo>
                <a:lnTo>
                  <a:pt x="170529" y="57664"/>
                </a:lnTo>
                <a:lnTo>
                  <a:pt x="217657" y="40936"/>
                </a:lnTo>
                <a:lnTo>
                  <a:pt x="269049" y="26770"/>
                </a:lnTo>
                <a:lnTo>
                  <a:pt x="324229" y="15379"/>
                </a:lnTo>
                <a:lnTo>
                  <a:pt x="382721" y="6978"/>
                </a:lnTo>
                <a:lnTo>
                  <a:pt x="444051" y="1780"/>
                </a:lnTo>
                <a:lnTo>
                  <a:pt x="507740" y="0"/>
                </a:lnTo>
                <a:lnTo>
                  <a:pt x="571430" y="1780"/>
                </a:lnTo>
                <a:lnTo>
                  <a:pt x="632760" y="6978"/>
                </a:lnTo>
                <a:lnTo>
                  <a:pt x="691252" y="15379"/>
                </a:lnTo>
                <a:lnTo>
                  <a:pt x="746432" y="26770"/>
                </a:lnTo>
                <a:lnTo>
                  <a:pt x="797824" y="40936"/>
                </a:lnTo>
                <a:lnTo>
                  <a:pt x="844951" y="57664"/>
                </a:lnTo>
                <a:lnTo>
                  <a:pt x="887339" y="76738"/>
                </a:lnTo>
                <a:lnTo>
                  <a:pt x="924511" y="97945"/>
                </a:lnTo>
                <a:lnTo>
                  <a:pt x="955992" y="121072"/>
                </a:lnTo>
                <a:lnTo>
                  <a:pt x="999974" y="172224"/>
                </a:lnTo>
                <a:lnTo>
                  <a:pt x="1015481" y="228483"/>
                </a:lnTo>
                <a:lnTo>
                  <a:pt x="1011525" y="257143"/>
                </a:lnTo>
                <a:lnTo>
                  <a:pt x="981305" y="311063"/>
                </a:lnTo>
                <a:lnTo>
                  <a:pt x="924511" y="359020"/>
                </a:lnTo>
                <a:lnTo>
                  <a:pt x="887339" y="380228"/>
                </a:lnTo>
                <a:lnTo>
                  <a:pt x="844951" y="399302"/>
                </a:lnTo>
                <a:lnTo>
                  <a:pt x="797824" y="416030"/>
                </a:lnTo>
                <a:lnTo>
                  <a:pt x="746432" y="430196"/>
                </a:lnTo>
                <a:lnTo>
                  <a:pt x="691252" y="441587"/>
                </a:lnTo>
                <a:lnTo>
                  <a:pt x="632760" y="449988"/>
                </a:lnTo>
                <a:lnTo>
                  <a:pt x="571430" y="455186"/>
                </a:lnTo>
                <a:lnTo>
                  <a:pt x="507740" y="456966"/>
                </a:lnTo>
                <a:lnTo>
                  <a:pt x="444051" y="455186"/>
                </a:lnTo>
                <a:lnTo>
                  <a:pt x="382721" y="449988"/>
                </a:lnTo>
                <a:lnTo>
                  <a:pt x="324229" y="441587"/>
                </a:lnTo>
                <a:lnTo>
                  <a:pt x="269049" y="430196"/>
                </a:lnTo>
                <a:lnTo>
                  <a:pt x="217657" y="416030"/>
                </a:lnTo>
                <a:lnTo>
                  <a:pt x="170529" y="399302"/>
                </a:lnTo>
                <a:lnTo>
                  <a:pt x="128142" y="380228"/>
                </a:lnTo>
                <a:lnTo>
                  <a:pt x="90970" y="359020"/>
                </a:lnTo>
                <a:lnTo>
                  <a:pt x="59489" y="335894"/>
                </a:lnTo>
                <a:lnTo>
                  <a:pt x="15506" y="284742"/>
                </a:lnTo>
                <a:lnTo>
                  <a:pt x="0" y="228483"/>
                </a:lnTo>
                <a:close/>
              </a:path>
            </a:pathLst>
          </a:custGeom>
          <a:solidFill>
            <a:srgbClr val="C9DAF8"/>
          </a:solidFill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96"/>
          <p:cNvSpPr txBox="1"/>
          <p:nvPr/>
        </p:nvSpPr>
        <p:spPr>
          <a:xfrm>
            <a:off x="3326921" y="611188"/>
            <a:ext cx="675936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Color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96"/>
          <p:cNvSpPr/>
          <p:nvPr/>
        </p:nvSpPr>
        <p:spPr>
          <a:xfrm>
            <a:off x="2559613" y="1022350"/>
            <a:ext cx="1104900" cy="723900"/>
          </a:xfrm>
          <a:custGeom>
            <a:avLst/>
            <a:gdLst/>
            <a:ahLst/>
            <a:cxnLst/>
            <a:rect l="l" t="t" r="r" b="b"/>
            <a:pathLst>
              <a:path w="1104900" h="723900" extrusionOk="0">
                <a:moveTo>
                  <a:pt x="1104336" y="0"/>
                </a:moveTo>
                <a:lnTo>
                  <a:pt x="0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96"/>
          <p:cNvSpPr/>
          <p:nvPr/>
        </p:nvSpPr>
        <p:spPr>
          <a:xfrm>
            <a:off x="3663950" y="1022350"/>
            <a:ext cx="1181100" cy="723900"/>
          </a:xfrm>
          <a:custGeom>
            <a:avLst/>
            <a:gdLst/>
            <a:ahLst/>
            <a:cxnLst/>
            <a:rect l="l" t="t" r="r" b="b"/>
            <a:pathLst>
              <a:path w="1181100" h="723900" extrusionOk="0">
                <a:moveTo>
                  <a:pt x="0" y="0"/>
                </a:moveTo>
                <a:lnTo>
                  <a:pt x="1180497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96"/>
          <p:cNvSpPr txBox="1"/>
          <p:nvPr/>
        </p:nvSpPr>
        <p:spPr>
          <a:xfrm>
            <a:off x="2370000" y="1155860"/>
            <a:ext cx="634113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96"/>
          <p:cNvSpPr txBox="1"/>
          <p:nvPr/>
        </p:nvSpPr>
        <p:spPr>
          <a:xfrm>
            <a:off x="4847796" y="1155860"/>
            <a:ext cx="530653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96"/>
          <p:cNvSpPr txBox="1"/>
          <p:nvPr/>
        </p:nvSpPr>
        <p:spPr>
          <a:xfrm>
            <a:off x="2139950" y="1746250"/>
            <a:ext cx="1016000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050" rIns="0" bIns="0" anchor="t" anchorCtr="0">
            <a:noAutofit/>
          </a:bodyPr>
          <a:lstStyle/>
          <a:p>
            <a:pPr marL="482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R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96"/>
          <p:cNvSpPr txBox="1"/>
          <p:nvPr/>
        </p:nvSpPr>
        <p:spPr>
          <a:xfrm>
            <a:off x="4146550" y="1746250"/>
            <a:ext cx="1193800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050" rIns="0" bIns="0" anchor="t" anchorCtr="0">
            <a:noAutofit/>
          </a:bodyPr>
          <a:lstStyle/>
          <a:p>
            <a:pPr marL="5143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B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4" name="Google Shape;1064;p96"/>
          <p:cNvGraphicFramePr/>
          <p:nvPr/>
        </p:nvGraphicFramePr>
        <p:xfrm>
          <a:off x="2795086" y="2349500"/>
          <a:ext cx="1970675" cy="137057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7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Red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Blue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825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800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800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Error: 30%</a:t>
                      </a:r>
                      <a:endParaRPr sz="2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65" name="Google Shape;1065;p96"/>
          <p:cNvSpPr/>
          <p:nvPr/>
        </p:nvSpPr>
        <p:spPr>
          <a:xfrm>
            <a:off x="5378450" y="3371850"/>
            <a:ext cx="1016000" cy="457200"/>
          </a:xfrm>
          <a:custGeom>
            <a:avLst/>
            <a:gdLst/>
            <a:ahLst/>
            <a:cxnLst/>
            <a:rect l="l" t="t" r="r" b="b"/>
            <a:pathLst>
              <a:path w="1016000" h="457200" extrusionOk="0">
                <a:moveTo>
                  <a:pt x="0" y="228483"/>
                </a:moveTo>
                <a:lnTo>
                  <a:pt x="15506" y="172224"/>
                </a:lnTo>
                <a:lnTo>
                  <a:pt x="59489" y="121072"/>
                </a:lnTo>
                <a:lnTo>
                  <a:pt x="90970" y="97945"/>
                </a:lnTo>
                <a:lnTo>
                  <a:pt x="128142" y="76738"/>
                </a:lnTo>
                <a:lnTo>
                  <a:pt x="170529" y="57664"/>
                </a:lnTo>
                <a:lnTo>
                  <a:pt x="217657" y="40936"/>
                </a:lnTo>
                <a:lnTo>
                  <a:pt x="269049" y="26770"/>
                </a:lnTo>
                <a:lnTo>
                  <a:pt x="324229" y="15379"/>
                </a:lnTo>
                <a:lnTo>
                  <a:pt x="382721" y="6978"/>
                </a:lnTo>
                <a:lnTo>
                  <a:pt x="444051" y="1780"/>
                </a:lnTo>
                <a:lnTo>
                  <a:pt x="507740" y="0"/>
                </a:lnTo>
                <a:lnTo>
                  <a:pt x="571430" y="1780"/>
                </a:lnTo>
                <a:lnTo>
                  <a:pt x="632760" y="6978"/>
                </a:lnTo>
                <a:lnTo>
                  <a:pt x="691252" y="15379"/>
                </a:lnTo>
                <a:lnTo>
                  <a:pt x="746432" y="26770"/>
                </a:lnTo>
                <a:lnTo>
                  <a:pt x="797824" y="40936"/>
                </a:lnTo>
                <a:lnTo>
                  <a:pt x="844951" y="57664"/>
                </a:lnTo>
                <a:lnTo>
                  <a:pt x="887339" y="76738"/>
                </a:lnTo>
                <a:lnTo>
                  <a:pt x="924511" y="97945"/>
                </a:lnTo>
                <a:lnTo>
                  <a:pt x="955992" y="121072"/>
                </a:lnTo>
                <a:lnTo>
                  <a:pt x="999974" y="172224"/>
                </a:lnTo>
                <a:lnTo>
                  <a:pt x="1015481" y="228483"/>
                </a:lnTo>
                <a:lnTo>
                  <a:pt x="1011525" y="257143"/>
                </a:lnTo>
                <a:lnTo>
                  <a:pt x="981305" y="311063"/>
                </a:lnTo>
                <a:lnTo>
                  <a:pt x="924511" y="359020"/>
                </a:lnTo>
                <a:lnTo>
                  <a:pt x="887339" y="380228"/>
                </a:lnTo>
                <a:lnTo>
                  <a:pt x="844951" y="399302"/>
                </a:lnTo>
                <a:lnTo>
                  <a:pt x="797824" y="416030"/>
                </a:lnTo>
                <a:lnTo>
                  <a:pt x="746432" y="430196"/>
                </a:lnTo>
                <a:lnTo>
                  <a:pt x="691252" y="441587"/>
                </a:lnTo>
                <a:lnTo>
                  <a:pt x="632760" y="449988"/>
                </a:lnTo>
                <a:lnTo>
                  <a:pt x="571430" y="455186"/>
                </a:lnTo>
                <a:lnTo>
                  <a:pt x="507740" y="456966"/>
                </a:lnTo>
                <a:lnTo>
                  <a:pt x="444051" y="455186"/>
                </a:lnTo>
                <a:lnTo>
                  <a:pt x="382721" y="449988"/>
                </a:lnTo>
                <a:lnTo>
                  <a:pt x="324229" y="441587"/>
                </a:lnTo>
                <a:lnTo>
                  <a:pt x="269049" y="430196"/>
                </a:lnTo>
                <a:lnTo>
                  <a:pt x="217657" y="416030"/>
                </a:lnTo>
                <a:lnTo>
                  <a:pt x="170529" y="399302"/>
                </a:lnTo>
                <a:lnTo>
                  <a:pt x="128142" y="380228"/>
                </a:lnTo>
                <a:lnTo>
                  <a:pt x="90970" y="359020"/>
                </a:lnTo>
                <a:lnTo>
                  <a:pt x="59489" y="335894"/>
                </a:lnTo>
                <a:lnTo>
                  <a:pt x="15506" y="284742"/>
                </a:lnTo>
                <a:lnTo>
                  <a:pt x="0" y="228483"/>
                </a:lnTo>
                <a:close/>
              </a:path>
            </a:pathLst>
          </a:custGeom>
          <a:solidFill>
            <a:srgbClr val="D9EAD3"/>
          </a:solidFill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96"/>
          <p:cNvSpPr txBox="1"/>
          <p:nvPr/>
        </p:nvSpPr>
        <p:spPr>
          <a:xfrm>
            <a:off x="5636483" y="3418681"/>
            <a:ext cx="666525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Size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96"/>
          <p:cNvSpPr/>
          <p:nvPr/>
        </p:nvSpPr>
        <p:spPr>
          <a:xfrm>
            <a:off x="4807513" y="3829050"/>
            <a:ext cx="1104900" cy="723900"/>
          </a:xfrm>
          <a:custGeom>
            <a:avLst/>
            <a:gdLst/>
            <a:ahLst/>
            <a:cxnLst/>
            <a:rect l="l" t="t" r="r" b="b"/>
            <a:pathLst>
              <a:path w="1104900" h="723900" extrusionOk="0">
                <a:moveTo>
                  <a:pt x="1104336" y="0"/>
                </a:moveTo>
                <a:lnTo>
                  <a:pt x="0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96"/>
          <p:cNvSpPr/>
          <p:nvPr/>
        </p:nvSpPr>
        <p:spPr>
          <a:xfrm>
            <a:off x="5911850" y="3829050"/>
            <a:ext cx="1193800" cy="723900"/>
          </a:xfrm>
          <a:custGeom>
            <a:avLst/>
            <a:gdLst/>
            <a:ahLst/>
            <a:cxnLst/>
            <a:rect l="l" t="t" r="r" b="b"/>
            <a:pathLst>
              <a:path w="1193800" h="723900" extrusionOk="0">
                <a:moveTo>
                  <a:pt x="0" y="0"/>
                </a:moveTo>
                <a:lnTo>
                  <a:pt x="1193191" y="723530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96"/>
          <p:cNvSpPr txBox="1"/>
          <p:nvPr/>
        </p:nvSpPr>
        <p:spPr>
          <a:xfrm>
            <a:off x="4387850" y="3963352"/>
            <a:ext cx="655132" cy="464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96"/>
          <p:cNvSpPr txBox="1"/>
          <p:nvPr/>
        </p:nvSpPr>
        <p:spPr>
          <a:xfrm>
            <a:off x="7031110" y="3963351"/>
            <a:ext cx="680223" cy="464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96"/>
          <p:cNvSpPr txBox="1"/>
          <p:nvPr/>
        </p:nvSpPr>
        <p:spPr>
          <a:xfrm>
            <a:off x="4387850" y="4552950"/>
            <a:ext cx="1016000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675" rIns="0" bIns="0" anchor="t" anchorCtr="0">
            <a:noAutofit/>
          </a:bodyPr>
          <a:lstStyle/>
          <a:p>
            <a: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96"/>
          <p:cNvSpPr txBox="1"/>
          <p:nvPr/>
        </p:nvSpPr>
        <p:spPr>
          <a:xfrm>
            <a:off x="6584950" y="4552950"/>
            <a:ext cx="1002056" cy="342900"/>
          </a:xfrm>
          <a:prstGeom prst="rect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9675" rIns="0" bIns="0" anchor="t" anchorCtr="0">
            <a:noAutofit/>
          </a:bodyPr>
          <a:lstStyle/>
          <a:p>
            <a:pPr marL="412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</a:t>
            </a:r>
            <a:r>
              <a:rPr lang="en-US" sz="1800" dirty="0"/>
              <a:t>L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73" name="Google Shape;1073;p96"/>
          <p:cNvGraphicFramePr/>
          <p:nvPr>
            <p:extLst>
              <p:ext uri="{D42A27DB-BD31-4B8C-83A1-F6EECF244321}">
                <p14:modId xmlns:p14="http://schemas.microsoft.com/office/powerpoint/2010/main" val="3471900800"/>
              </p:ext>
            </p:extLst>
          </p:nvPr>
        </p:nvGraphicFramePr>
        <p:xfrm>
          <a:off x="5042982" y="5156200"/>
          <a:ext cx="2246091" cy="1370575"/>
        </p:xfrm>
        <a:graphic>
          <a:graphicData uri="http://schemas.openxmlformats.org/drawingml/2006/table">
            <a:tbl>
              <a:tblPr>
                <a:noFill/>
                <a:tableStyleId>{FBD4D982-3D4C-47C7-9160-C04A06D331D9}</a:tableStyleId>
              </a:tblPr>
              <a:tblGrid>
                <a:gridCol w="803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Small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Large</a:t>
                      </a:r>
                      <a:endParaRPr sz="185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7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825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True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1015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800"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b="1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False</a:t>
                      </a:r>
                      <a:endParaRPr sz="1850" b="1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50"/>
                        <a:buFont typeface="Arial"/>
                        <a:buNone/>
                      </a:pPr>
                      <a:r>
                        <a:rPr lang="en-US" sz="1850" u="none" strike="noStrike" cap="none"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1850" u="none" strike="noStrike" cap="non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247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800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Error: 20%</a:t>
                      </a:r>
                      <a:endParaRPr sz="21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74" name="Google Shape;1074;p96"/>
          <p:cNvSpPr txBox="1"/>
          <p:nvPr/>
        </p:nvSpPr>
        <p:spPr>
          <a:xfrm>
            <a:off x="7085978" y="3210284"/>
            <a:ext cx="4440275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/>
              <a:t>Split on “Size”</a:t>
            </a:r>
            <a:r>
              <a:rPr lang="en-US" sz="2600" dirty="0"/>
              <a:t>: Lower error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822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4;p46"/>
          <p:cNvSpPr/>
          <p:nvPr/>
        </p:nvSpPr>
        <p:spPr>
          <a:xfrm>
            <a:off x="4474067" y="4002606"/>
            <a:ext cx="749300" cy="419100"/>
          </a:xfrm>
          <a:custGeom>
            <a:avLst/>
            <a:gdLst/>
            <a:ahLst/>
            <a:cxnLst/>
            <a:rect l="l" t="t" r="r" b="b"/>
            <a:pathLst>
              <a:path w="749300" h="419100" extrusionOk="0">
                <a:moveTo>
                  <a:pt x="679450" y="0"/>
                </a:moveTo>
                <a:lnTo>
                  <a:pt x="69850" y="0"/>
                </a:lnTo>
                <a:lnTo>
                  <a:pt x="42658" y="5488"/>
                </a:lnTo>
                <a:lnTo>
                  <a:pt x="20456" y="20456"/>
                </a:lnTo>
                <a:lnTo>
                  <a:pt x="5488" y="42658"/>
                </a:lnTo>
                <a:lnTo>
                  <a:pt x="0" y="69850"/>
                </a:lnTo>
                <a:lnTo>
                  <a:pt x="0" y="349250"/>
                </a:lnTo>
                <a:lnTo>
                  <a:pt x="5488" y="376435"/>
                </a:lnTo>
                <a:lnTo>
                  <a:pt x="20456" y="398638"/>
                </a:lnTo>
                <a:lnTo>
                  <a:pt x="42658" y="413609"/>
                </a:lnTo>
                <a:lnTo>
                  <a:pt x="69850" y="419100"/>
                </a:lnTo>
                <a:lnTo>
                  <a:pt x="679450" y="419100"/>
                </a:lnTo>
                <a:lnTo>
                  <a:pt x="706635" y="413609"/>
                </a:lnTo>
                <a:lnTo>
                  <a:pt x="728838" y="398638"/>
                </a:lnTo>
                <a:lnTo>
                  <a:pt x="743809" y="376435"/>
                </a:lnTo>
                <a:lnTo>
                  <a:pt x="749300" y="349250"/>
                </a:lnTo>
                <a:lnTo>
                  <a:pt x="749300" y="69850"/>
                </a:lnTo>
                <a:lnTo>
                  <a:pt x="743809" y="42658"/>
                </a:lnTo>
                <a:lnTo>
                  <a:pt x="728838" y="20456"/>
                </a:lnTo>
                <a:lnTo>
                  <a:pt x="706635" y="5488"/>
                </a:lnTo>
                <a:lnTo>
                  <a:pt x="67945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Non-Binary Attributes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5400" indent="0">
              <a:buNone/>
            </a:pPr>
            <a:r>
              <a:rPr lang="en-US" dirty="0"/>
              <a:t>So far, examples have been binary (Yes/No) attributes…</a:t>
            </a:r>
          </a:p>
          <a:p>
            <a:pPr marL="25400" indent="0">
              <a:buNone/>
            </a:pPr>
            <a:endParaRPr lang="en-US" dirty="0"/>
          </a:p>
          <a:p>
            <a:pPr marL="25400" indent="0">
              <a:buNone/>
            </a:pPr>
            <a:endParaRPr lang="en-US" dirty="0"/>
          </a:p>
          <a:p>
            <a:pPr marL="25400" indent="0">
              <a:buNone/>
            </a:pPr>
            <a:endParaRPr lang="en-US" dirty="0"/>
          </a:p>
          <a:p>
            <a:pPr marL="25400" indent="0">
              <a:buNone/>
            </a:pPr>
            <a:endParaRPr lang="en-US" dirty="0"/>
          </a:p>
          <a:p>
            <a:pPr marL="25400" indent="0">
              <a:buNone/>
            </a:pPr>
            <a:r>
              <a:rPr lang="en-US" dirty="0"/>
              <a:t>What about other attributes?</a:t>
            </a:r>
          </a:p>
          <a:p>
            <a:endParaRPr lang="en-US" dirty="0"/>
          </a:p>
        </p:txBody>
      </p:sp>
      <p:sp>
        <p:nvSpPr>
          <p:cNvPr id="5" name="Google Shape;955;p46"/>
          <p:cNvSpPr/>
          <p:nvPr/>
        </p:nvSpPr>
        <p:spPr>
          <a:xfrm>
            <a:off x="6285880" y="3420994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5" h="576579" extrusionOk="0">
                <a:moveTo>
                  <a:pt x="8585" y="0"/>
                </a:moveTo>
                <a:lnTo>
                  <a:pt x="0" y="9359"/>
                </a:lnTo>
                <a:lnTo>
                  <a:pt x="566166" y="529310"/>
                </a:lnTo>
                <a:lnTo>
                  <a:pt x="544690" y="552704"/>
                </a:lnTo>
                <a:lnTo>
                  <a:pt x="626592" y="576173"/>
                </a:lnTo>
                <a:lnTo>
                  <a:pt x="605159" y="519963"/>
                </a:lnTo>
                <a:lnTo>
                  <a:pt x="574763" y="519963"/>
                </a:lnTo>
                <a:lnTo>
                  <a:pt x="8585" y="0"/>
                </a:lnTo>
                <a:close/>
              </a:path>
              <a:path w="626745" h="576579" extrusionOk="0">
                <a:moveTo>
                  <a:pt x="596239" y="496570"/>
                </a:moveTo>
                <a:lnTo>
                  <a:pt x="574763" y="519963"/>
                </a:lnTo>
                <a:lnTo>
                  <a:pt x="605159" y="519963"/>
                </a:lnTo>
                <a:lnTo>
                  <a:pt x="596239" y="4965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56;p46"/>
          <p:cNvSpPr/>
          <p:nvPr/>
        </p:nvSpPr>
        <p:spPr>
          <a:xfrm>
            <a:off x="4791568" y="3420994"/>
            <a:ext cx="626745" cy="576580"/>
          </a:xfrm>
          <a:custGeom>
            <a:avLst/>
            <a:gdLst/>
            <a:ahLst/>
            <a:cxnLst/>
            <a:rect l="l" t="t" r="r" b="b"/>
            <a:pathLst>
              <a:path w="626745" h="576579" extrusionOk="0">
                <a:moveTo>
                  <a:pt x="30352" y="496570"/>
                </a:moveTo>
                <a:lnTo>
                  <a:pt x="0" y="576173"/>
                </a:lnTo>
                <a:lnTo>
                  <a:pt x="81902" y="552704"/>
                </a:lnTo>
                <a:lnTo>
                  <a:pt x="60426" y="529310"/>
                </a:lnTo>
                <a:lnTo>
                  <a:pt x="70604" y="519963"/>
                </a:lnTo>
                <a:lnTo>
                  <a:pt x="51828" y="519963"/>
                </a:lnTo>
                <a:lnTo>
                  <a:pt x="30352" y="496570"/>
                </a:lnTo>
                <a:close/>
              </a:path>
              <a:path w="626745" h="576579" extrusionOk="0">
                <a:moveTo>
                  <a:pt x="618007" y="0"/>
                </a:moveTo>
                <a:lnTo>
                  <a:pt x="51828" y="519963"/>
                </a:lnTo>
                <a:lnTo>
                  <a:pt x="70604" y="519963"/>
                </a:lnTo>
                <a:lnTo>
                  <a:pt x="626592" y="9359"/>
                </a:lnTo>
                <a:lnTo>
                  <a:pt x="6180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57;p46"/>
          <p:cNvSpPr txBox="1"/>
          <p:nvPr/>
        </p:nvSpPr>
        <p:spPr>
          <a:xfrm>
            <a:off x="5378593" y="3113411"/>
            <a:ext cx="984885" cy="332740"/>
          </a:xfrm>
          <a:prstGeom prst="rect">
            <a:avLst/>
          </a:prstGeom>
          <a:solidFill>
            <a:srgbClr val="FFFF00"/>
          </a:solidFill>
          <a:ln w="123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3650" rIns="0" bIns="0" anchor="t" anchorCtr="0">
            <a:noAutofit/>
          </a:bodyPr>
          <a:lstStyle/>
          <a:p>
            <a:pPr marL="1358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Refund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8;p46"/>
          <p:cNvSpPr txBox="1"/>
          <p:nvPr/>
        </p:nvSpPr>
        <p:spPr>
          <a:xfrm>
            <a:off x="6483686" y="4002606"/>
            <a:ext cx="996950" cy="344805"/>
          </a:xfrm>
          <a:prstGeom prst="rect">
            <a:avLst/>
          </a:prstGeom>
          <a:solidFill>
            <a:srgbClr val="FFFF00"/>
          </a:solidFill>
          <a:ln w="123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825" rIns="0" bIns="0" anchor="t" anchorCtr="0">
            <a:noAutofit/>
          </a:bodyPr>
          <a:lstStyle/>
          <a:p>
            <a:pPr marL="2108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65;p46"/>
          <p:cNvSpPr txBox="1"/>
          <p:nvPr/>
        </p:nvSpPr>
        <p:spPr>
          <a:xfrm>
            <a:off x="4637964" y="4026731"/>
            <a:ext cx="3289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68;p46"/>
          <p:cNvSpPr txBox="1"/>
          <p:nvPr/>
        </p:nvSpPr>
        <p:spPr>
          <a:xfrm>
            <a:off x="4637964" y="3458191"/>
            <a:ext cx="421507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969;p46"/>
          <p:cNvSpPr txBox="1"/>
          <p:nvPr/>
        </p:nvSpPr>
        <p:spPr>
          <a:xfrm>
            <a:off x="6721191" y="3458191"/>
            <a:ext cx="28384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14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3"/>
          <p:cNvSpPr txBox="1">
            <a:spLocks noGrp="1"/>
          </p:cNvSpPr>
          <p:nvPr>
            <p:ph type="title"/>
          </p:nvPr>
        </p:nvSpPr>
        <p:spPr>
          <a:xfrm>
            <a:off x="425317" y="529023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/>
              <a:t>Splitting Nominal Attributes</a:t>
            </a:r>
            <a:endParaRPr sz="4000" dirty="0"/>
          </a:p>
        </p:txBody>
      </p:sp>
      <p:sp>
        <p:nvSpPr>
          <p:cNvPr id="843" name="Google Shape;843;p43"/>
          <p:cNvSpPr txBox="1"/>
          <p:nvPr/>
        </p:nvSpPr>
        <p:spPr>
          <a:xfrm>
            <a:off x="2051552" y="2328484"/>
            <a:ext cx="7549648" cy="1626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457200" marR="5080" lvl="0" indent="-45720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Binary split: 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Divides values into two subsets. Try them all, find the best one.</a:t>
            </a:r>
            <a:endParaRPr dirty="0"/>
          </a:p>
        </p:txBody>
      </p:sp>
      <p:sp>
        <p:nvSpPr>
          <p:cNvPr id="844" name="Google Shape;844;p43"/>
          <p:cNvSpPr txBox="1"/>
          <p:nvPr/>
        </p:nvSpPr>
        <p:spPr>
          <a:xfrm>
            <a:off x="2051552" y="4828462"/>
            <a:ext cx="8010525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8400" rIns="0" bIns="0" anchor="t" anchorCtr="0">
            <a:noAutofit/>
          </a:bodyPr>
          <a:lstStyle/>
          <a:p>
            <a:pPr marL="355600" marR="508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Multi-way split: 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as many partitions as distinct  values.</a:t>
            </a: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3"/>
          <p:cNvSpPr/>
          <p:nvPr/>
        </p:nvSpPr>
        <p:spPr>
          <a:xfrm>
            <a:off x="5814561" y="569054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 extrusionOk="0">
                <a:moveTo>
                  <a:pt x="0" y="228483"/>
                </a:moveTo>
                <a:lnTo>
                  <a:pt x="16323" y="167743"/>
                </a:lnTo>
                <a:lnTo>
                  <a:pt x="62389" y="113163"/>
                </a:lnTo>
                <a:lnTo>
                  <a:pt x="95214" y="88864"/>
                </a:lnTo>
                <a:lnTo>
                  <a:pt x="133842" y="66921"/>
                </a:lnTo>
                <a:lnTo>
                  <a:pt x="177728" y="47607"/>
                </a:lnTo>
                <a:lnTo>
                  <a:pt x="226326" y="31194"/>
                </a:lnTo>
                <a:lnTo>
                  <a:pt x="279094" y="17955"/>
                </a:lnTo>
                <a:lnTo>
                  <a:pt x="335486" y="8161"/>
                </a:lnTo>
                <a:lnTo>
                  <a:pt x="394959" y="2085"/>
                </a:lnTo>
                <a:lnTo>
                  <a:pt x="456966" y="0"/>
                </a:lnTo>
                <a:lnTo>
                  <a:pt x="518974" y="2085"/>
                </a:lnTo>
                <a:lnTo>
                  <a:pt x="578446" y="8161"/>
                </a:lnTo>
                <a:lnTo>
                  <a:pt x="634838" y="17955"/>
                </a:lnTo>
                <a:lnTo>
                  <a:pt x="687606" y="31194"/>
                </a:lnTo>
                <a:lnTo>
                  <a:pt x="736205" y="47607"/>
                </a:lnTo>
                <a:lnTo>
                  <a:pt x="780091" y="66921"/>
                </a:lnTo>
                <a:lnTo>
                  <a:pt x="818718" y="88864"/>
                </a:lnTo>
                <a:lnTo>
                  <a:pt x="851544" y="113163"/>
                </a:lnTo>
                <a:lnTo>
                  <a:pt x="897610" y="167743"/>
                </a:lnTo>
                <a:lnTo>
                  <a:pt x="913933" y="228483"/>
                </a:lnTo>
                <a:lnTo>
                  <a:pt x="909762" y="259487"/>
                </a:lnTo>
                <a:lnTo>
                  <a:pt x="878022" y="317419"/>
                </a:lnTo>
                <a:lnTo>
                  <a:pt x="818718" y="368102"/>
                </a:lnTo>
                <a:lnTo>
                  <a:pt x="780091" y="390045"/>
                </a:lnTo>
                <a:lnTo>
                  <a:pt x="736205" y="409359"/>
                </a:lnTo>
                <a:lnTo>
                  <a:pt x="687606" y="425772"/>
                </a:lnTo>
                <a:lnTo>
                  <a:pt x="634838" y="439011"/>
                </a:lnTo>
                <a:lnTo>
                  <a:pt x="578446" y="448805"/>
                </a:lnTo>
                <a:lnTo>
                  <a:pt x="518974" y="454881"/>
                </a:lnTo>
                <a:lnTo>
                  <a:pt x="456966" y="456966"/>
                </a:lnTo>
                <a:lnTo>
                  <a:pt x="394959" y="454881"/>
                </a:lnTo>
                <a:lnTo>
                  <a:pt x="335486" y="448805"/>
                </a:lnTo>
                <a:lnTo>
                  <a:pt x="279094" y="439011"/>
                </a:lnTo>
                <a:lnTo>
                  <a:pt x="226326" y="425772"/>
                </a:lnTo>
                <a:lnTo>
                  <a:pt x="177728" y="409359"/>
                </a:lnTo>
                <a:lnTo>
                  <a:pt x="133842" y="390045"/>
                </a:lnTo>
                <a:lnTo>
                  <a:pt x="95214" y="368102"/>
                </a:lnTo>
                <a:lnTo>
                  <a:pt x="62389" y="343803"/>
                </a:lnTo>
                <a:lnTo>
                  <a:pt x="16323" y="289223"/>
                </a:lnTo>
                <a:lnTo>
                  <a:pt x="0" y="228483"/>
                </a:lnTo>
                <a:close/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3"/>
          <p:cNvSpPr/>
          <p:nvPr/>
        </p:nvSpPr>
        <p:spPr>
          <a:xfrm>
            <a:off x="5357827" y="6147740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914400" h="228600" extrusionOk="0">
                <a:moveTo>
                  <a:pt x="913933" y="0"/>
                </a:moveTo>
                <a:lnTo>
                  <a:pt x="0" y="228483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3"/>
          <p:cNvSpPr/>
          <p:nvPr/>
        </p:nvSpPr>
        <p:spPr>
          <a:xfrm>
            <a:off x="6271761" y="6147740"/>
            <a:ext cx="0" cy="457200"/>
          </a:xfrm>
          <a:custGeom>
            <a:avLst/>
            <a:gdLst/>
            <a:ahLst/>
            <a:cxnLst/>
            <a:rect l="l" t="t" r="r" b="b"/>
            <a:pathLst>
              <a:path w="120000" h="457200" extrusionOk="0">
                <a:moveTo>
                  <a:pt x="0" y="0"/>
                </a:moveTo>
                <a:lnTo>
                  <a:pt x="0" y="456966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3"/>
          <p:cNvSpPr/>
          <p:nvPr/>
        </p:nvSpPr>
        <p:spPr>
          <a:xfrm>
            <a:off x="6271761" y="6147740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914400" h="228600" extrusionOk="0">
                <a:moveTo>
                  <a:pt x="0" y="0"/>
                </a:moveTo>
                <a:lnTo>
                  <a:pt x="913933" y="228483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3"/>
          <p:cNvSpPr txBox="1"/>
          <p:nvPr/>
        </p:nvSpPr>
        <p:spPr>
          <a:xfrm>
            <a:off x="5075833" y="5752876"/>
            <a:ext cx="2324100" cy="8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4191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CarType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43"/>
          <p:cNvSpPr/>
          <p:nvPr/>
        </p:nvSpPr>
        <p:spPr>
          <a:xfrm>
            <a:off x="8113261" y="353154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 extrusionOk="0">
                <a:moveTo>
                  <a:pt x="0" y="228483"/>
                </a:moveTo>
                <a:lnTo>
                  <a:pt x="16323" y="167743"/>
                </a:lnTo>
                <a:lnTo>
                  <a:pt x="62389" y="113163"/>
                </a:lnTo>
                <a:lnTo>
                  <a:pt x="95214" y="88864"/>
                </a:lnTo>
                <a:lnTo>
                  <a:pt x="133842" y="66921"/>
                </a:lnTo>
                <a:lnTo>
                  <a:pt x="177728" y="47607"/>
                </a:lnTo>
                <a:lnTo>
                  <a:pt x="226326" y="31194"/>
                </a:lnTo>
                <a:lnTo>
                  <a:pt x="279094" y="17955"/>
                </a:lnTo>
                <a:lnTo>
                  <a:pt x="335486" y="8161"/>
                </a:lnTo>
                <a:lnTo>
                  <a:pt x="394959" y="2085"/>
                </a:lnTo>
                <a:lnTo>
                  <a:pt x="456966" y="0"/>
                </a:lnTo>
                <a:lnTo>
                  <a:pt x="518974" y="2085"/>
                </a:lnTo>
                <a:lnTo>
                  <a:pt x="578446" y="8161"/>
                </a:lnTo>
                <a:lnTo>
                  <a:pt x="634838" y="17955"/>
                </a:lnTo>
                <a:lnTo>
                  <a:pt x="687606" y="31194"/>
                </a:lnTo>
                <a:lnTo>
                  <a:pt x="736205" y="47607"/>
                </a:lnTo>
                <a:lnTo>
                  <a:pt x="780091" y="66921"/>
                </a:lnTo>
                <a:lnTo>
                  <a:pt x="818718" y="88864"/>
                </a:lnTo>
                <a:lnTo>
                  <a:pt x="851544" y="113163"/>
                </a:lnTo>
                <a:lnTo>
                  <a:pt x="897610" y="167743"/>
                </a:lnTo>
                <a:lnTo>
                  <a:pt x="913933" y="228483"/>
                </a:lnTo>
                <a:lnTo>
                  <a:pt x="909762" y="259487"/>
                </a:lnTo>
                <a:lnTo>
                  <a:pt x="878022" y="317419"/>
                </a:lnTo>
                <a:lnTo>
                  <a:pt x="818718" y="368102"/>
                </a:lnTo>
                <a:lnTo>
                  <a:pt x="780091" y="390045"/>
                </a:lnTo>
                <a:lnTo>
                  <a:pt x="736205" y="409359"/>
                </a:lnTo>
                <a:lnTo>
                  <a:pt x="687606" y="425772"/>
                </a:lnTo>
                <a:lnTo>
                  <a:pt x="634838" y="439011"/>
                </a:lnTo>
                <a:lnTo>
                  <a:pt x="578446" y="448805"/>
                </a:lnTo>
                <a:lnTo>
                  <a:pt x="518974" y="454881"/>
                </a:lnTo>
                <a:lnTo>
                  <a:pt x="456966" y="456966"/>
                </a:lnTo>
                <a:lnTo>
                  <a:pt x="394959" y="454881"/>
                </a:lnTo>
                <a:lnTo>
                  <a:pt x="335486" y="448805"/>
                </a:lnTo>
                <a:lnTo>
                  <a:pt x="279094" y="439011"/>
                </a:lnTo>
                <a:lnTo>
                  <a:pt x="226326" y="425772"/>
                </a:lnTo>
                <a:lnTo>
                  <a:pt x="177728" y="409359"/>
                </a:lnTo>
                <a:lnTo>
                  <a:pt x="133842" y="390045"/>
                </a:lnTo>
                <a:lnTo>
                  <a:pt x="95214" y="368102"/>
                </a:lnTo>
                <a:lnTo>
                  <a:pt x="62389" y="343803"/>
                </a:lnTo>
                <a:lnTo>
                  <a:pt x="16323" y="289223"/>
                </a:lnTo>
                <a:lnTo>
                  <a:pt x="0" y="228483"/>
                </a:lnTo>
                <a:close/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3"/>
          <p:cNvSpPr txBox="1"/>
          <p:nvPr/>
        </p:nvSpPr>
        <p:spPr>
          <a:xfrm>
            <a:off x="8160315" y="3595022"/>
            <a:ext cx="90029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CarType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3"/>
          <p:cNvSpPr/>
          <p:nvPr/>
        </p:nvSpPr>
        <p:spPr>
          <a:xfrm>
            <a:off x="7732688" y="3988740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 extrusionOk="0">
                <a:moveTo>
                  <a:pt x="837772" y="0"/>
                </a:moveTo>
                <a:lnTo>
                  <a:pt x="0" y="380805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43"/>
          <p:cNvSpPr/>
          <p:nvPr/>
        </p:nvSpPr>
        <p:spPr>
          <a:xfrm>
            <a:off x="8570461" y="3988740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 extrusionOk="0">
                <a:moveTo>
                  <a:pt x="0" y="0"/>
                </a:moveTo>
                <a:lnTo>
                  <a:pt x="761611" y="456966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3"/>
          <p:cNvSpPr txBox="1"/>
          <p:nvPr/>
        </p:nvSpPr>
        <p:spPr>
          <a:xfrm>
            <a:off x="7232007" y="3778854"/>
            <a:ext cx="1009146" cy="51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noAutofit/>
          </a:bodyPr>
          <a:lstStyle/>
          <a:p>
            <a:pPr marL="45085" marR="5080" lvl="0" indent="-3302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{Family,  Luxury}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3"/>
          <p:cNvSpPr txBox="1"/>
          <p:nvPr/>
        </p:nvSpPr>
        <p:spPr>
          <a:xfrm>
            <a:off x="9060605" y="3930848"/>
            <a:ext cx="76200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{Sports}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3"/>
          <p:cNvSpPr/>
          <p:nvPr/>
        </p:nvSpPr>
        <p:spPr>
          <a:xfrm>
            <a:off x="3630161" y="360774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 extrusionOk="0">
                <a:moveTo>
                  <a:pt x="0" y="228483"/>
                </a:moveTo>
                <a:lnTo>
                  <a:pt x="16323" y="167743"/>
                </a:lnTo>
                <a:lnTo>
                  <a:pt x="62389" y="113163"/>
                </a:lnTo>
                <a:lnTo>
                  <a:pt x="95214" y="88864"/>
                </a:lnTo>
                <a:lnTo>
                  <a:pt x="133842" y="66921"/>
                </a:lnTo>
                <a:lnTo>
                  <a:pt x="177728" y="47607"/>
                </a:lnTo>
                <a:lnTo>
                  <a:pt x="226326" y="31194"/>
                </a:lnTo>
                <a:lnTo>
                  <a:pt x="279094" y="17955"/>
                </a:lnTo>
                <a:lnTo>
                  <a:pt x="335486" y="8161"/>
                </a:lnTo>
                <a:lnTo>
                  <a:pt x="394959" y="2085"/>
                </a:lnTo>
                <a:lnTo>
                  <a:pt x="456966" y="0"/>
                </a:lnTo>
                <a:lnTo>
                  <a:pt x="518974" y="2085"/>
                </a:lnTo>
                <a:lnTo>
                  <a:pt x="578446" y="8161"/>
                </a:lnTo>
                <a:lnTo>
                  <a:pt x="634838" y="17955"/>
                </a:lnTo>
                <a:lnTo>
                  <a:pt x="687606" y="31194"/>
                </a:lnTo>
                <a:lnTo>
                  <a:pt x="736205" y="47607"/>
                </a:lnTo>
                <a:lnTo>
                  <a:pt x="780091" y="66921"/>
                </a:lnTo>
                <a:lnTo>
                  <a:pt x="818718" y="88864"/>
                </a:lnTo>
                <a:lnTo>
                  <a:pt x="851544" y="113163"/>
                </a:lnTo>
                <a:lnTo>
                  <a:pt x="897610" y="167743"/>
                </a:lnTo>
                <a:lnTo>
                  <a:pt x="913933" y="228483"/>
                </a:lnTo>
                <a:lnTo>
                  <a:pt x="909762" y="259487"/>
                </a:lnTo>
                <a:lnTo>
                  <a:pt x="878022" y="317419"/>
                </a:lnTo>
                <a:lnTo>
                  <a:pt x="818718" y="368102"/>
                </a:lnTo>
                <a:lnTo>
                  <a:pt x="780091" y="390045"/>
                </a:lnTo>
                <a:lnTo>
                  <a:pt x="736205" y="409359"/>
                </a:lnTo>
                <a:lnTo>
                  <a:pt x="687606" y="425772"/>
                </a:lnTo>
                <a:lnTo>
                  <a:pt x="634838" y="439011"/>
                </a:lnTo>
                <a:lnTo>
                  <a:pt x="578446" y="448805"/>
                </a:lnTo>
                <a:lnTo>
                  <a:pt x="518974" y="454881"/>
                </a:lnTo>
                <a:lnTo>
                  <a:pt x="456966" y="456966"/>
                </a:lnTo>
                <a:lnTo>
                  <a:pt x="394959" y="454881"/>
                </a:lnTo>
                <a:lnTo>
                  <a:pt x="335486" y="448805"/>
                </a:lnTo>
                <a:lnTo>
                  <a:pt x="279094" y="439011"/>
                </a:lnTo>
                <a:lnTo>
                  <a:pt x="226326" y="425772"/>
                </a:lnTo>
                <a:lnTo>
                  <a:pt x="177728" y="409359"/>
                </a:lnTo>
                <a:lnTo>
                  <a:pt x="133842" y="390045"/>
                </a:lnTo>
                <a:lnTo>
                  <a:pt x="95214" y="368102"/>
                </a:lnTo>
                <a:lnTo>
                  <a:pt x="62389" y="343803"/>
                </a:lnTo>
                <a:lnTo>
                  <a:pt x="16323" y="289223"/>
                </a:lnTo>
                <a:lnTo>
                  <a:pt x="0" y="228483"/>
                </a:lnTo>
                <a:close/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43"/>
          <p:cNvSpPr txBox="1"/>
          <p:nvPr/>
        </p:nvSpPr>
        <p:spPr>
          <a:xfrm>
            <a:off x="3669785" y="3671222"/>
            <a:ext cx="90772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CarType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43"/>
          <p:cNvSpPr/>
          <p:nvPr/>
        </p:nvSpPr>
        <p:spPr>
          <a:xfrm>
            <a:off x="3249588" y="4064940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 extrusionOk="0">
                <a:moveTo>
                  <a:pt x="837772" y="0"/>
                </a:moveTo>
                <a:lnTo>
                  <a:pt x="0" y="380805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3"/>
          <p:cNvSpPr/>
          <p:nvPr/>
        </p:nvSpPr>
        <p:spPr>
          <a:xfrm>
            <a:off x="4087361" y="4064940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 extrusionOk="0">
                <a:moveTo>
                  <a:pt x="0" y="0"/>
                </a:moveTo>
                <a:lnTo>
                  <a:pt x="761611" y="456966"/>
                </a:lnTo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43"/>
          <p:cNvSpPr txBox="1"/>
          <p:nvPr/>
        </p:nvSpPr>
        <p:spPr>
          <a:xfrm>
            <a:off x="2603047" y="3855054"/>
            <a:ext cx="856043" cy="51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noAutofit/>
          </a:bodyPr>
          <a:lstStyle/>
          <a:p>
            <a:pPr marL="27305" marR="5080" lvl="0" indent="-1524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{Sports,  Luxury}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43"/>
          <p:cNvSpPr txBox="1"/>
          <p:nvPr/>
        </p:nvSpPr>
        <p:spPr>
          <a:xfrm>
            <a:off x="4569413" y="4007048"/>
            <a:ext cx="788413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{Family}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43"/>
          <p:cNvSpPr txBox="1"/>
          <p:nvPr/>
        </p:nvSpPr>
        <p:spPr>
          <a:xfrm>
            <a:off x="5755824" y="3844343"/>
            <a:ext cx="586593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43"/>
          <p:cNvSpPr txBox="1"/>
          <p:nvPr/>
        </p:nvSpPr>
        <p:spPr>
          <a:xfrm>
            <a:off x="5001551" y="5987323"/>
            <a:ext cx="6846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Family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43"/>
          <p:cNvSpPr txBox="1"/>
          <p:nvPr/>
        </p:nvSpPr>
        <p:spPr>
          <a:xfrm>
            <a:off x="5587151" y="6323123"/>
            <a:ext cx="6846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Luxury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43"/>
          <p:cNvSpPr txBox="1"/>
          <p:nvPr/>
        </p:nvSpPr>
        <p:spPr>
          <a:xfrm>
            <a:off x="6801226" y="6035173"/>
            <a:ext cx="6846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Sports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3"/>
          <p:cNvSpPr txBox="1"/>
          <p:nvPr/>
        </p:nvSpPr>
        <p:spPr>
          <a:xfrm>
            <a:off x="2405393" y="1447116"/>
            <a:ext cx="636351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tx1"/>
                </a:solidFill>
                <a:sym typeface="Arial"/>
              </a:rPr>
              <a:t>Car Type: {Family, Sports, Luxury}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18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4"/>
          <p:cNvSpPr txBox="1">
            <a:spLocks noGrp="1"/>
          </p:cNvSpPr>
          <p:nvPr>
            <p:ph type="title"/>
          </p:nvPr>
        </p:nvSpPr>
        <p:spPr>
          <a:xfrm>
            <a:off x="804672" y="886968"/>
            <a:ext cx="10515600" cy="5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900" dirty="0"/>
              <a:t>Splitting Continuous Attributes</a:t>
            </a:r>
            <a:endParaRPr sz="3900" dirty="0"/>
          </a:p>
        </p:txBody>
      </p:sp>
      <p:sp>
        <p:nvSpPr>
          <p:cNvPr id="907" name="Google Shape;907;p44"/>
          <p:cNvSpPr/>
          <p:nvPr/>
        </p:nvSpPr>
        <p:spPr>
          <a:xfrm>
            <a:off x="2456998" y="1767463"/>
            <a:ext cx="1406525" cy="1240790"/>
          </a:xfrm>
          <a:custGeom>
            <a:avLst/>
            <a:gdLst/>
            <a:ahLst/>
            <a:cxnLst/>
            <a:rect l="l" t="t" r="r" b="b"/>
            <a:pathLst>
              <a:path w="1406525" h="1240789" extrusionOk="0">
                <a:moveTo>
                  <a:pt x="0" y="620189"/>
                </a:moveTo>
                <a:lnTo>
                  <a:pt x="1765" y="575897"/>
                </a:lnTo>
                <a:lnTo>
                  <a:pt x="6983" y="532446"/>
                </a:lnTo>
                <a:lnTo>
                  <a:pt x="15533" y="489941"/>
                </a:lnTo>
                <a:lnTo>
                  <a:pt x="27298" y="448486"/>
                </a:lnTo>
                <a:lnTo>
                  <a:pt x="42157" y="408186"/>
                </a:lnTo>
                <a:lnTo>
                  <a:pt x="59992" y="369147"/>
                </a:lnTo>
                <a:lnTo>
                  <a:pt x="80684" y="331472"/>
                </a:lnTo>
                <a:lnTo>
                  <a:pt x="104115" y="295269"/>
                </a:lnTo>
                <a:lnTo>
                  <a:pt x="130164" y="260640"/>
                </a:lnTo>
                <a:lnTo>
                  <a:pt x="158713" y="227691"/>
                </a:lnTo>
                <a:lnTo>
                  <a:pt x="189643" y="196528"/>
                </a:lnTo>
                <a:lnTo>
                  <a:pt x="222836" y="167254"/>
                </a:lnTo>
                <a:lnTo>
                  <a:pt x="258171" y="139976"/>
                </a:lnTo>
                <a:lnTo>
                  <a:pt x="295530" y="114797"/>
                </a:lnTo>
                <a:lnTo>
                  <a:pt x="334794" y="91823"/>
                </a:lnTo>
                <a:lnTo>
                  <a:pt x="375845" y="71159"/>
                </a:lnTo>
                <a:lnTo>
                  <a:pt x="418562" y="52910"/>
                </a:lnTo>
                <a:lnTo>
                  <a:pt x="462828" y="37180"/>
                </a:lnTo>
                <a:lnTo>
                  <a:pt x="508522" y="24075"/>
                </a:lnTo>
                <a:lnTo>
                  <a:pt x="555527" y="13699"/>
                </a:lnTo>
                <a:lnTo>
                  <a:pt x="603723" y="6158"/>
                </a:lnTo>
                <a:lnTo>
                  <a:pt x="652990" y="1557"/>
                </a:lnTo>
                <a:lnTo>
                  <a:pt x="703211" y="0"/>
                </a:lnTo>
                <a:lnTo>
                  <a:pt x="753434" y="1557"/>
                </a:lnTo>
                <a:lnTo>
                  <a:pt x="802703" y="6158"/>
                </a:lnTo>
                <a:lnTo>
                  <a:pt x="850899" y="13699"/>
                </a:lnTo>
                <a:lnTo>
                  <a:pt x="897905" y="24075"/>
                </a:lnTo>
                <a:lnTo>
                  <a:pt x="943600" y="37180"/>
                </a:lnTo>
                <a:lnTo>
                  <a:pt x="987865" y="52910"/>
                </a:lnTo>
                <a:lnTo>
                  <a:pt x="1030583" y="71159"/>
                </a:lnTo>
                <a:lnTo>
                  <a:pt x="1071633" y="91823"/>
                </a:lnTo>
                <a:lnTo>
                  <a:pt x="1110898" y="114797"/>
                </a:lnTo>
                <a:lnTo>
                  <a:pt x="1148257" y="139976"/>
                </a:lnTo>
                <a:lnTo>
                  <a:pt x="1183592" y="167254"/>
                </a:lnTo>
                <a:lnTo>
                  <a:pt x="1216784" y="196528"/>
                </a:lnTo>
                <a:lnTo>
                  <a:pt x="1247713" y="227691"/>
                </a:lnTo>
                <a:lnTo>
                  <a:pt x="1276262" y="260640"/>
                </a:lnTo>
                <a:lnTo>
                  <a:pt x="1302311" y="295269"/>
                </a:lnTo>
                <a:lnTo>
                  <a:pt x="1325741" y="331472"/>
                </a:lnTo>
                <a:lnTo>
                  <a:pt x="1346432" y="369147"/>
                </a:lnTo>
                <a:lnTo>
                  <a:pt x="1364267" y="408186"/>
                </a:lnTo>
                <a:lnTo>
                  <a:pt x="1379126" y="448486"/>
                </a:lnTo>
                <a:lnTo>
                  <a:pt x="1390890" y="489941"/>
                </a:lnTo>
                <a:lnTo>
                  <a:pt x="1399440" y="532446"/>
                </a:lnTo>
                <a:lnTo>
                  <a:pt x="1404658" y="575897"/>
                </a:lnTo>
                <a:lnTo>
                  <a:pt x="1406423" y="620189"/>
                </a:lnTo>
                <a:lnTo>
                  <a:pt x="1404658" y="664481"/>
                </a:lnTo>
                <a:lnTo>
                  <a:pt x="1399440" y="707932"/>
                </a:lnTo>
                <a:lnTo>
                  <a:pt x="1390890" y="750437"/>
                </a:lnTo>
                <a:lnTo>
                  <a:pt x="1379126" y="791892"/>
                </a:lnTo>
                <a:lnTo>
                  <a:pt x="1364267" y="832192"/>
                </a:lnTo>
                <a:lnTo>
                  <a:pt x="1346432" y="871231"/>
                </a:lnTo>
                <a:lnTo>
                  <a:pt x="1325741" y="908905"/>
                </a:lnTo>
                <a:lnTo>
                  <a:pt x="1302311" y="945109"/>
                </a:lnTo>
                <a:lnTo>
                  <a:pt x="1276262" y="979738"/>
                </a:lnTo>
                <a:lnTo>
                  <a:pt x="1247713" y="1012687"/>
                </a:lnTo>
                <a:lnTo>
                  <a:pt x="1216784" y="1043850"/>
                </a:lnTo>
                <a:lnTo>
                  <a:pt x="1183592" y="1073124"/>
                </a:lnTo>
                <a:lnTo>
                  <a:pt x="1148257" y="1100402"/>
                </a:lnTo>
                <a:lnTo>
                  <a:pt x="1110898" y="1125581"/>
                </a:lnTo>
                <a:lnTo>
                  <a:pt x="1071633" y="1148555"/>
                </a:lnTo>
                <a:lnTo>
                  <a:pt x="1030583" y="1169219"/>
                </a:lnTo>
                <a:lnTo>
                  <a:pt x="987865" y="1187468"/>
                </a:lnTo>
                <a:lnTo>
                  <a:pt x="943600" y="1203198"/>
                </a:lnTo>
                <a:lnTo>
                  <a:pt x="897905" y="1216303"/>
                </a:lnTo>
                <a:lnTo>
                  <a:pt x="850899" y="1226679"/>
                </a:lnTo>
                <a:lnTo>
                  <a:pt x="802703" y="1234220"/>
                </a:lnTo>
                <a:lnTo>
                  <a:pt x="753434" y="1238821"/>
                </a:lnTo>
                <a:lnTo>
                  <a:pt x="703211" y="1240378"/>
                </a:lnTo>
                <a:lnTo>
                  <a:pt x="652990" y="1238821"/>
                </a:lnTo>
                <a:lnTo>
                  <a:pt x="603723" y="1234220"/>
                </a:lnTo>
                <a:lnTo>
                  <a:pt x="555527" y="1226679"/>
                </a:lnTo>
                <a:lnTo>
                  <a:pt x="508522" y="1216303"/>
                </a:lnTo>
                <a:lnTo>
                  <a:pt x="462828" y="1203198"/>
                </a:lnTo>
                <a:lnTo>
                  <a:pt x="418562" y="1187468"/>
                </a:lnTo>
                <a:lnTo>
                  <a:pt x="375845" y="1169219"/>
                </a:lnTo>
                <a:lnTo>
                  <a:pt x="334794" y="1148555"/>
                </a:lnTo>
                <a:lnTo>
                  <a:pt x="295530" y="1125581"/>
                </a:lnTo>
                <a:lnTo>
                  <a:pt x="258171" y="1100402"/>
                </a:lnTo>
                <a:lnTo>
                  <a:pt x="222836" y="1073124"/>
                </a:lnTo>
                <a:lnTo>
                  <a:pt x="189643" y="1043850"/>
                </a:lnTo>
                <a:lnTo>
                  <a:pt x="158713" y="1012687"/>
                </a:lnTo>
                <a:lnTo>
                  <a:pt x="130164" y="979738"/>
                </a:lnTo>
                <a:lnTo>
                  <a:pt x="104115" y="945109"/>
                </a:lnTo>
                <a:lnTo>
                  <a:pt x="80684" y="908905"/>
                </a:lnTo>
                <a:lnTo>
                  <a:pt x="59992" y="871231"/>
                </a:lnTo>
                <a:lnTo>
                  <a:pt x="42157" y="832192"/>
                </a:lnTo>
                <a:lnTo>
                  <a:pt x="27298" y="791892"/>
                </a:lnTo>
                <a:lnTo>
                  <a:pt x="15533" y="750437"/>
                </a:lnTo>
                <a:lnTo>
                  <a:pt x="6983" y="707932"/>
                </a:lnTo>
                <a:lnTo>
                  <a:pt x="1765" y="664481"/>
                </a:lnTo>
                <a:lnTo>
                  <a:pt x="0" y="620189"/>
                </a:lnTo>
                <a:close/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44"/>
          <p:cNvSpPr txBox="1"/>
          <p:nvPr/>
        </p:nvSpPr>
        <p:spPr>
          <a:xfrm>
            <a:off x="2670981" y="1878833"/>
            <a:ext cx="979169" cy="96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noAutofit/>
          </a:bodyPr>
          <a:lstStyle/>
          <a:p>
            <a:pPr marL="49530" marR="5080" lvl="0" indent="-374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Taxable  Income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325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80K?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44"/>
          <p:cNvSpPr/>
          <p:nvPr/>
        </p:nvSpPr>
        <p:spPr>
          <a:xfrm>
            <a:off x="2758199" y="2996352"/>
            <a:ext cx="440055" cy="1023619"/>
          </a:xfrm>
          <a:custGeom>
            <a:avLst/>
            <a:gdLst/>
            <a:ahLst/>
            <a:cxnLst/>
            <a:rect l="l" t="t" r="r" b="b"/>
            <a:pathLst>
              <a:path w="440055" h="1023620" extrusionOk="0">
                <a:moveTo>
                  <a:pt x="0" y="882205"/>
                </a:moveTo>
                <a:lnTo>
                  <a:pt x="75514" y="1023340"/>
                </a:lnTo>
                <a:lnTo>
                  <a:pt x="220344" y="949718"/>
                </a:lnTo>
                <a:lnTo>
                  <a:pt x="147637" y="927430"/>
                </a:lnTo>
                <a:lnTo>
                  <a:pt x="155034" y="904506"/>
                </a:lnTo>
                <a:lnTo>
                  <a:pt x="72707" y="904506"/>
                </a:lnTo>
                <a:lnTo>
                  <a:pt x="0" y="882205"/>
                </a:lnTo>
                <a:close/>
              </a:path>
              <a:path w="440055" h="1023620" extrusionOk="0">
                <a:moveTo>
                  <a:pt x="364553" y="0"/>
                </a:moveTo>
                <a:lnTo>
                  <a:pt x="72707" y="904506"/>
                </a:lnTo>
                <a:lnTo>
                  <a:pt x="155034" y="904506"/>
                </a:lnTo>
                <a:lnTo>
                  <a:pt x="439470" y="22974"/>
                </a:lnTo>
                <a:lnTo>
                  <a:pt x="364553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44"/>
          <p:cNvSpPr/>
          <p:nvPr/>
        </p:nvSpPr>
        <p:spPr>
          <a:xfrm>
            <a:off x="2758194" y="2996358"/>
            <a:ext cx="440055" cy="1023619"/>
          </a:xfrm>
          <a:custGeom>
            <a:avLst/>
            <a:gdLst/>
            <a:ahLst/>
            <a:cxnLst/>
            <a:rect l="l" t="t" r="r" b="b"/>
            <a:pathLst>
              <a:path w="440055" h="1023620" extrusionOk="0">
                <a:moveTo>
                  <a:pt x="75519" y="1023335"/>
                </a:moveTo>
                <a:lnTo>
                  <a:pt x="220354" y="949718"/>
                </a:lnTo>
                <a:lnTo>
                  <a:pt x="147637" y="927424"/>
                </a:lnTo>
                <a:lnTo>
                  <a:pt x="439476" y="22969"/>
                </a:lnTo>
                <a:lnTo>
                  <a:pt x="364555" y="0"/>
                </a:lnTo>
                <a:lnTo>
                  <a:pt x="72716" y="904499"/>
                </a:lnTo>
                <a:lnTo>
                  <a:pt x="0" y="882204"/>
                </a:lnTo>
                <a:lnTo>
                  <a:pt x="75519" y="1023335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44"/>
          <p:cNvSpPr/>
          <p:nvPr/>
        </p:nvSpPr>
        <p:spPr>
          <a:xfrm>
            <a:off x="3123294" y="2994777"/>
            <a:ext cx="483234" cy="1025525"/>
          </a:xfrm>
          <a:custGeom>
            <a:avLst/>
            <a:gdLst/>
            <a:ahLst/>
            <a:cxnLst/>
            <a:rect l="l" t="t" r="r" b="b"/>
            <a:pathLst>
              <a:path w="483235" h="1025525" extrusionOk="0">
                <a:moveTo>
                  <a:pt x="73837" y="0"/>
                </a:moveTo>
                <a:lnTo>
                  <a:pt x="0" y="26123"/>
                </a:lnTo>
                <a:lnTo>
                  <a:pt x="337273" y="932141"/>
                </a:lnTo>
                <a:lnTo>
                  <a:pt x="265658" y="957491"/>
                </a:lnTo>
                <a:lnTo>
                  <a:pt x="413664" y="1024915"/>
                </a:lnTo>
                <a:lnTo>
                  <a:pt x="470618" y="906081"/>
                </a:lnTo>
                <a:lnTo>
                  <a:pt x="411175" y="906081"/>
                </a:lnTo>
                <a:lnTo>
                  <a:pt x="73837" y="0"/>
                </a:lnTo>
                <a:close/>
              </a:path>
              <a:path w="483235" h="1025525" extrusionOk="0">
                <a:moveTo>
                  <a:pt x="482815" y="880630"/>
                </a:moveTo>
                <a:lnTo>
                  <a:pt x="411175" y="906081"/>
                </a:lnTo>
                <a:lnTo>
                  <a:pt x="470618" y="906081"/>
                </a:lnTo>
                <a:lnTo>
                  <a:pt x="482815" y="8806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44"/>
          <p:cNvSpPr/>
          <p:nvPr/>
        </p:nvSpPr>
        <p:spPr>
          <a:xfrm>
            <a:off x="3123291" y="2994781"/>
            <a:ext cx="483234" cy="1025525"/>
          </a:xfrm>
          <a:custGeom>
            <a:avLst/>
            <a:gdLst/>
            <a:ahLst/>
            <a:cxnLst/>
            <a:rect l="l" t="t" r="r" b="b"/>
            <a:pathLst>
              <a:path w="483235" h="1025525" extrusionOk="0">
                <a:moveTo>
                  <a:pt x="413666" y="1024911"/>
                </a:moveTo>
                <a:lnTo>
                  <a:pt x="482823" y="880628"/>
                </a:lnTo>
                <a:lnTo>
                  <a:pt x="411180" y="906075"/>
                </a:lnTo>
                <a:lnTo>
                  <a:pt x="73835" y="0"/>
                </a:lnTo>
                <a:lnTo>
                  <a:pt x="0" y="26122"/>
                </a:lnTo>
                <a:lnTo>
                  <a:pt x="337277" y="932141"/>
                </a:lnTo>
                <a:lnTo>
                  <a:pt x="265667" y="957487"/>
                </a:lnTo>
                <a:lnTo>
                  <a:pt x="413666" y="1024911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44"/>
          <p:cNvSpPr txBox="1"/>
          <p:nvPr/>
        </p:nvSpPr>
        <p:spPr>
          <a:xfrm>
            <a:off x="2547457" y="3380301"/>
            <a:ext cx="372110" cy="26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5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44"/>
          <p:cNvSpPr txBox="1"/>
          <p:nvPr/>
        </p:nvSpPr>
        <p:spPr>
          <a:xfrm>
            <a:off x="3496226" y="3380301"/>
            <a:ext cx="282575" cy="26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5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44"/>
          <p:cNvSpPr/>
          <p:nvPr/>
        </p:nvSpPr>
        <p:spPr>
          <a:xfrm>
            <a:off x="7237122" y="2798869"/>
            <a:ext cx="1035685" cy="1038860"/>
          </a:xfrm>
          <a:custGeom>
            <a:avLst/>
            <a:gdLst/>
            <a:ahLst/>
            <a:cxnLst/>
            <a:rect l="l" t="t" r="r" b="b"/>
            <a:pathLst>
              <a:path w="1035685" h="1038860" extrusionOk="0">
                <a:moveTo>
                  <a:pt x="0" y="879284"/>
                </a:moveTo>
                <a:lnTo>
                  <a:pt x="2717" y="1038491"/>
                </a:lnTo>
                <a:lnTo>
                  <a:pt x="166001" y="1035786"/>
                </a:lnTo>
                <a:lnTo>
                  <a:pt x="111201" y="984224"/>
                </a:lnTo>
                <a:lnTo>
                  <a:pt x="164080" y="930960"/>
                </a:lnTo>
                <a:lnTo>
                  <a:pt x="54813" y="930960"/>
                </a:lnTo>
                <a:lnTo>
                  <a:pt x="0" y="879284"/>
                </a:lnTo>
                <a:close/>
              </a:path>
              <a:path w="1035685" h="1038860" extrusionOk="0">
                <a:moveTo>
                  <a:pt x="979055" y="0"/>
                </a:moveTo>
                <a:lnTo>
                  <a:pt x="54813" y="930960"/>
                </a:lnTo>
                <a:lnTo>
                  <a:pt x="164080" y="930960"/>
                </a:lnTo>
                <a:lnTo>
                  <a:pt x="1035557" y="53149"/>
                </a:lnTo>
                <a:lnTo>
                  <a:pt x="979055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4"/>
          <p:cNvSpPr/>
          <p:nvPr/>
        </p:nvSpPr>
        <p:spPr>
          <a:xfrm>
            <a:off x="7237127" y="2798870"/>
            <a:ext cx="1035685" cy="1038860"/>
          </a:xfrm>
          <a:custGeom>
            <a:avLst/>
            <a:gdLst/>
            <a:ahLst/>
            <a:cxnLst/>
            <a:rect l="l" t="t" r="r" b="b"/>
            <a:pathLst>
              <a:path w="1035685" h="1038860" extrusionOk="0">
                <a:moveTo>
                  <a:pt x="2712" y="1038490"/>
                </a:moveTo>
                <a:lnTo>
                  <a:pt x="166000" y="1035788"/>
                </a:lnTo>
                <a:lnTo>
                  <a:pt x="111194" y="984218"/>
                </a:lnTo>
                <a:lnTo>
                  <a:pt x="1035550" y="53146"/>
                </a:lnTo>
                <a:lnTo>
                  <a:pt x="979049" y="0"/>
                </a:lnTo>
                <a:lnTo>
                  <a:pt x="54806" y="930959"/>
                </a:lnTo>
                <a:lnTo>
                  <a:pt x="0" y="879277"/>
                </a:lnTo>
                <a:lnTo>
                  <a:pt x="2712" y="103849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44"/>
          <p:cNvSpPr/>
          <p:nvPr/>
        </p:nvSpPr>
        <p:spPr>
          <a:xfrm>
            <a:off x="6335709" y="2791782"/>
            <a:ext cx="1927860" cy="1090930"/>
          </a:xfrm>
          <a:custGeom>
            <a:avLst/>
            <a:gdLst/>
            <a:ahLst/>
            <a:cxnLst/>
            <a:rect l="l" t="t" r="r" b="b"/>
            <a:pathLst>
              <a:path w="1927860" h="1090929" extrusionOk="0">
                <a:moveTo>
                  <a:pt x="46329" y="892898"/>
                </a:moveTo>
                <a:lnTo>
                  <a:pt x="0" y="1045578"/>
                </a:lnTo>
                <a:lnTo>
                  <a:pt x="156616" y="1090612"/>
                </a:lnTo>
                <a:lnTo>
                  <a:pt x="120230" y="1025423"/>
                </a:lnTo>
                <a:lnTo>
                  <a:pt x="247244" y="958087"/>
                </a:lnTo>
                <a:lnTo>
                  <a:pt x="82715" y="958087"/>
                </a:lnTo>
                <a:lnTo>
                  <a:pt x="46329" y="892898"/>
                </a:lnTo>
                <a:close/>
              </a:path>
              <a:path w="1927860" h="1090929" extrusionOk="0">
                <a:moveTo>
                  <a:pt x="1889963" y="0"/>
                </a:moveTo>
                <a:lnTo>
                  <a:pt x="82715" y="958087"/>
                </a:lnTo>
                <a:lnTo>
                  <a:pt x="247244" y="958087"/>
                </a:lnTo>
                <a:lnTo>
                  <a:pt x="1927479" y="67322"/>
                </a:lnTo>
                <a:lnTo>
                  <a:pt x="1889963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44"/>
          <p:cNvSpPr/>
          <p:nvPr/>
        </p:nvSpPr>
        <p:spPr>
          <a:xfrm>
            <a:off x="6335709" y="2791776"/>
            <a:ext cx="1927860" cy="1090930"/>
          </a:xfrm>
          <a:custGeom>
            <a:avLst/>
            <a:gdLst/>
            <a:ahLst/>
            <a:cxnLst/>
            <a:rect l="l" t="t" r="r" b="b"/>
            <a:pathLst>
              <a:path w="1927860" h="1090929" extrusionOk="0">
                <a:moveTo>
                  <a:pt x="0" y="1045584"/>
                </a:moveTo>
                <a:lnTo>
                  <a:pt x="156620" y="1090623"/>
                </a:lnTo>
                <a:lnTo>
                  <a:pt x="120234" y="1025429"/>
                </a:lnTo>
                <a:lnTo>
                  <a:pt x="1927476" y="67333"/>
                </a:lnTo>
                <a:lnTo>
                  <a:pt x="1889959" y="0"/>
                </a:lnTo>
                <a:lnTo>
                  <a:pt x="82717" y="958095"/>
                </a:lnTo>
                <a:lnTo>
                  <a:pt x="46330" y="892901"/>
                </a:lnTo>
                <a:lnTo>
                  <a:pt x="0" y="1045584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44"/>
          <p:cNvSpPr/>
          <p:nvPr/>
        </p:nvSpPr>
        <p:spPr>
          <a:xfrm>
            <a:off x="7566301" y="1878840"/>
            <a:ext cx="1356360" cy="946785"/>
          </a:xfrm>
          <a:custGeom>
            <a:avLst/>
            <a:gdLst/>
            <a:ahLst/>
            <a:cxnLst/>
            <a:rect l="l" t="t" r="r" b="b"/>
            <a:pathLst>
              <a:path w="1356359" h="946785" extrusionOk="0">
                <a:moveTo>
                  <a:pt x="678129" y="0"/>
                </a:moveTo>
                <a:lnTo>
                  <a:pt x="622515" y="1568"/>
                </a:lnTo>
                <a:lnTo>
                  <a:pt x="568138" y="6194"/>
                </a:lnTo>
                <a:lnTo>
                  <a:pt x="515174" y="13755"/>
                </a:lnTo>
                <a:lnTo>
                  <a:pt x="463796" y="24129"/>
                </a:lnTo>
                <a:lnTo>
                  <a:pt x="414180" y="37194"/>
                </a:lnTo>
                <a:lnTo>
                  <a:pt x="366499" y="52829"/>
                </a:lnTo>
                <a:lnTo>
                  <a:pt x="320929" y="70912"/>
                </a:lnTo>
                <a:lnTo>
                  <a:pt x="277644" y="91321"/>
                </a:lnTo>
                <a:lnTo>
                  <a:pt x="236819" y="113935"/>
                </a:lnTo>
                <a:lnTo>
                  <a:pt x="198627" y="138631"/>
                </a:lnTo>
                <a:lnTo>
                  <a:pt x="163245" y="165288"/>
                </a:lnTo>
                <a:lnTo>
                  <a:pt x="130846" y="193785"/>
                </a:lnTo>
                <a:lnTo>
                  <a:pt x="101604" y="223998"/>
                </a:lnTo>
                <a:lnTo>
                  <a:pt x="75695" y="255808"/>
                </a:lnTo>
                <a:lnTo>
                  <a:pt x="53293" y="289091"/>
                </a:lnTo>
                <a:lnTo>
                  <a:pt x="34573" y="323726"/>
                </a:lnTo>
                <a:lnTo>
                  <a:pt x="19709" y="359592"/>
                </a:lnTo>
                <a:lnTo>
                  <a:pt x="8876" y="396566"/>
                </a:lnTo>
                <a:lnTo>
                  <a:pt x="2248" y="434528"/>
                </a:lnTo>
                <a:lnTo>
                  <a:pt x="0" y="473354"/>
                </a:lnTo>
                <a:lnTo>
                  <a:pt x="2248" y="512164"/>
                </a:lnTo>
                <a:lnTo>
                  <a:pt x="8876" y="550111"/>
                </a:lnTo>
                <a:lnTo>
                  <a:pt x="19709" y="587072"/>
                </a:lnTo>
                <a:lnTo>
                  <a:pt x="34573" y="622927"/>
                </a:lnTo>
                <a:lnTo>
                  <a:pt x="53293" y="657553"/>
                </a:lnTo>
                <a:lnTo>
                  <a:pt x="75695" y="690828"/>
                </a:lnTo>
                <a:lnTo>
                  <a:pt x="101604" y="722630"/>
                </a:lnTo>
                <a:lnTo>
                  <a:pt x="130846" y="752838"/>
                </a:lnTo>
                <a:lnTo>
                  <a:pt x="163245" y="781330"/>
                </a:lnTo>
                <a:lnTo>
                  <a:pt x="198628" y="807983"/>
                </a:lnTo>
                <a:lnTo>
                  <a:pt x="236819" y="832676"/>
                </a:lnTo>
                <a:lnTo>
                  <a:pt x="277644" y="855288"/>
                </a:lnTo>
                <a:lnTo>
                  <a:pt x="320929" y="875695"/>
                </a:lnTo>
                <a:lnTo>
                  <a:pt x="366499" y="893777"/>
                </a:lnTo>
                <a:lnTo>
                  <a:pt x="414180" y="909412"/>
                </a:lnTo>
                <a:lnTo>
                  <a:pt x="463796" y="922477"/>
                </a:lnTo>
                <a:lnTo>
                  <a:pt x="515174" y="932851"/>
                </a:lnTo>
                <a:lnTo>
                  <a:pt x="568138" y="940412"/>
                </a:lnTo>
                <a:lnTo>
                  <a:pt x="622515" y="945038"/>
                </a:lnTo>
                <a:lnTo>
                  <a:pt x="678129" y="946607"/>
                </a:lnTo>
                <a:lnTo>
                  <a:pt x="733741" y="945038"/>
                </a:lnTo>
                <a:lnTo>
                  <a:pt x="788116" y="940412"/>
                </a:lnTo>
                <a:lnTo>
                  <a:pt x="841079" y="932851"/>
                </a:lnTo>
                <a:lnTo>
                  <a:pt x="892455" y="922477"/>
                </a:lnTo>
                <a:lnTo>
                  <a:pt x="942070" y="909412"/>
                </a:lnTo>
                <a:lnTo>
                  <a:pt x="989750" y="893777"/>
                </a:lnTo>
                <a:lnTo>
                  <a:pt x="1035319" y="875695"/>
                </a:lnTo>
                <a:lnTo>
                  <a:pt x="1078603" y="855288"/>
                </a:lnTo>
                <a:lnTo>
                  <a:pt x="1119428" y="832676"/>
                </a:lnTo>
                <a:lnTo>
                  <a:pt x="1157619" y="807983"/>
                </a:lnTo>
                <a:lnTo>
                  <a:pt x="1193001" y="781330"/>
                </a:lnTo>
                <a:lnTo>
                  <a:pt x="1225400" y="752838"/>
                </a:lnTo>
                <a:lnTo>
                  <a:pt x="1254641" y="722630"/>
                </a:lnTo>
                <a:lnTo>
                  <a:pt x="1280550" y="690828"/>
                </a:lnTo>
                <a:lnTo>
                  <a:pt x="1302951" y="657553"/>
                </a:lnTo>
                <a:lnTo>
                  <a:pt x="1321672" y="622927"/>
                </a:lnTo>
                <a:lnTo>
                  <a:pt x="1336536" y="587072"/>
                </a:lnTo>
                <a:lnTo>
                  <a:pt x="1347369" y="550111"/>
                </a:lnTo>
                <a:lnTo>
                  <a:pt x="1353997" y="512164"/>
                </a:lnTo>
                <a:lnTo>
                  <a:pt x="1356245" y="473354"/>
                </a:lnTo>
                <a:lnTo>
                  <a:pt x="1353997" y="434528"/>
                </a:lnTo>
                <a:lnTo>
                  <a:pt x="1347369" y="396566"/>
                </a:lnTo>
                <a:lnTo>
                  <a:pt x="1336536" y="359592"/>
                </a:lnTo>
                <a:lnTo>
                  <a:pt x="1321672" y="323726"/>
                </a:lnTo>
                <a:lnTo>
                  <a:pt x="1302951" y="289091"/>
                </a:lnTo>
                <a:lnTo>
                  <a:pt x="1280550" y="255808"/>
                </a:lnTo>
                <a:lnTo>
                  <a:pt x="1254641" y="223998"/>
                </a:lnTo>
                <a:lnTo>
                  <a:pt x="1225400" y="193785"/>
                </a:lnTo>
                <a:lnTo>
                  <a:pt x="1193001" y="165288"/>
                </a:lnTo>
                <a:lnTo>
                  <a:pt x="1157619" y="138631"/>
                </a:lnTo>
                <a:lnTo>
                  <a:pt x="1119428" y="113935"/>
                </a:lnTo>
                <a:lnTo>
                  <a:pt x="1078603" y="91321"/>
                </a:lnTo>
                <a:lnTo>
                  <a:pt x="1035319" y="70912"/>
                </a:lnTo>
                <a:lnTo>
                  <a:pt x="989750" y="52829"/>
                </a:lnTo>
                <a:lnTo>
                  <a:pt x="942070" y="37194"/>
                </a:lnTo>
                <a:lnTo>
                  <a:pt x="892455" y="24129"/>
                </a:lnTo>
                <a:lnTo>
                  <a:pt x="841079" y="13755"/>
                </a:lnTo>
                <a:lnTo>
                  <a:pt x="788116" y="6194"/>
                </a:lnTo>
                <a:lnTo>
                  <a:pt x="733741" y="1568"/>
                </a:lnTo>
                <a:lnTo>
                  <a:pt x="67812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44"/>
          <p:cNvSpPr/>
          <p:nvPr/>
        </p:nvSpPr>
        <p:spPr>
          <a:xfrm>
            <a:off x="7566301" y="1878833"/>
            <a:ext cx="1356360" cy="946785"/>
          </a:xfrm>
          <a:custGeom>
            <a:avLst/>
            <a:gdLst/>
            <a:ahLst/>
            <a:cxnLst/>
            <a:rect l="l" t="t" r="r" b="b"/>
            <a:pathLst>
              <a:path w="1356359" h="946785" extrusionOk="0">
                <a:moveTo>
                  <a:pt x="0" y="473361"/>
                </a:moveTo>
                <a:lnTo>
                  <a:pt x="2248" y="434535"/>
                </a:lnTo>
                <a:lnTo>
                  <a:pt x="8876" y="396574"/>
                </a:lnTo>
                <a:lnTo>
                  <a:pt x="19709" y="359600"/>
                </a:lnTo>
                <a:lnTo>
                  <a:pt x="34574" y="323734"/>
                </a:lnTo>
                <a:lnTo>
                  <a:pt x="53294" y="289098"/>
                </a:lnTo>
                <a:lnTo>
                  <a:pt x="75696" y="255815"/>
                </a:lnTo>
                <a:lnTo>
                  <a:pt x="101605" y="224005"/>
                </a:lnTo>
                <a:lnTo>
                  <a:pt x="130847" y="193790"/>
                </a:lnTo>
                <a:lnTo>
                  <a:pt x="163246" y="165294"/>
                </a:lnTo>
                <a:lnTo>
                  <a:pt x="198629" y="138636"/>
                </a:lnTo>
                <a:lnTo>
                  <a:pt x="236820" y="113939"/>
                </a:lnTo>
                <a:lnTo>
                  <a:pt x="277646" y="91325"/>
                </a:lnTo>
                <a:lnTo>
                  <a:pt x="320930" y="70915"/>
                </a:lnTo>
                <a:lnTo>
                  <a:pt x="366500" y="52831"/>
                </a:lnTo>
                <a:lnTo>
                  <a:pt x="414180" y="37196"/>
                </a:lnTo>
                <a:lnTo>
                  <a:pt x="463796" y="24130"/>
                </a:lnTo>
                <a:lnTo>
                  <a:pt x="515173" y="13755"/>
                </a:lnTo>
                <a:lnTo>
                  <a:pt x="568137" y="6194"/>
                </a:lnTo>
                <a:lnTo>
                  <a:pt x="622512" y="1569"/>
                </a:lnTo>
                <a:lnTo>
                  <a:pt x="678125" y="0"/>
                </a:lnTo>
                <a:lnTo>
                  <a:pt x="733738" y="1569"/>
                </a:lnTo>
                <a:lnTo>
                  <a:pt x="788113" y="6194"/>
                </a:lnTo>
                <a:lnTo>
                  <a:pt x="841077" y="13755"/>
                </a:lnTo>
                <a:lnTo>
                  <a:pt x="892454" y="24130"/>
                </a:lnTo>
                <a:lnTo>
                  <a:pt x="942070" y="37196"/>
                </a:lnTo>
                <a:lnTo>
                  <a:pt x="989750" y="52831"/>
                </a:lnTo>
                <a:lnTo>
                  <a:pt x="1035319" y="70915"/>
                </a:lnTo>
                <a:lnTo>
                  <a:pt x="1078604" y="91325"/>
                </a:lnTo>
                <a:lnTo>
                  <a:pt x="1119430" y="113939"/>
                </a:lnTo>
                <a:lnTo>
                  <a:pt x="1157621" y="138636"/>
                </a:lnTo>
                <a:lnTo>
                  <a:pt x="1193004" y="165294"/>
                </a:lnTo>
                <a:lnTo>
                  <a:pt x="1225403" y="193790"/>
                </a:lnTo>
                <a:lnTo>
                  <a:pt x="1254645" y="224005"/>
                </a:lnTo>
                <a:lnTo>
                  <a:pt x="1280554" y="255815"/>
                </a:lnTo>
                <a:lnTo>
                  <a:pt x="1302956" y="289098"/>
                </a:lnTo>
                <a:lnTo>
                  <a:pt x="1321676" y="323734"/>
                </a:lnTo>
                <a:lnTo>
                  <a:pt x="1336541" y="359600"/>
                </a:lnTo>
                <a:lnTo>
                  <a:pt x="1347374" y="396574"/>
                </a:lnTo>
                <a:lnTo>
                  <a:pt x="1354002" y="434535"/>
                </a:lnTo>
                <a:lnTo>
                  <a:pt x="1356250" y="473361"/>
                </a:lnTo>
                <a:lnTo>
                  <a:pt x="1354002" y="512171"/>
                </a:lnTo>
                <a:lnTo>
                  <a:pt x="1347374" y="550118"/>
                </a:lnTo>
                <a:lnTo>
                  <a:pt x="1336541" y="587079"/>
                </a:lnTo>
                <a:lnTo>
                  <a:pt x="1321676" y="622934"/>
                </a:lnTo>
                <a:lnTo>
                  <a:pt x="1302956" y="657559"/>
                </a:lnTo>
                <a:lnTo>
                  <a:pt x="1280554" y="690834"/>
                </a:lnTo>
                <a:lnTo>
                  <a:pt x="1254645" y="722636"/>
                </a:lnTo>
                <a:lnTo>
                  <a:pt x="1225403" y="752844"/>
                </a:lnTo>
                <a:lnTo>
                  <a:pt x="1193004" y="781335"/>
                </a:lnTo>
                <a:lnTo>
                  <a:pt x="1157621" y="807988"/>
                </a:lnTo>
                <a:lnTo>
                  <a:pt x="1119430" y="832681"/>
                </a:lnTo>
                <a:lnTo>
                  <a:pt x="1078604" y="855292"/>
                </a:lnTo>
                <a:lnTo>
                  <a:pt x="1035319" y="875700"/>
                </a:lnTo>
                <a:lnTo>
                  <a:pt x="989750" y="893782"/>
                </a:lnTo>
                <a:lnTo>
                  <a:pt x="942070" y="909416"/>
                </a:lnTo>
                <a:lnTo>
                  <a:pt x="892454" y="922481"/>
                </a:lnTo>
                <a:lnTo>
                  <a:pt x="841077" y="932855"/>
                </a:lnTo>
                <a:lnTo>
                  <a:pt x="788113" y="940415"/>
                </a:lnTo>
                <a:lnTo>
                  <a:pt x="733738" y="945041"/>
                </a:lnTo>
                <a:lnTo>
                  <a:pt x="678125" y="946610"/>
                </a:lnTo>
                <a:lnTo>
                  <a:pt x="622512" y="945041"/>
                </a:lnTo>
                <a:lnTo>
                  <a:pt x="568137" y="940415"/>
                </a:lnTo>
                <a:lnTo>
                  <a:pt x="515173" y="932855"/>
                </a:lnTo>
                <a:lnTo>
                  <a:pt x="463796" y="922481"/>
                </a:lnTo>
                <a:lnTo>
                  <a:pt x="414180" y="909416"/>
                </a:lnTo>
                <a:lnTo>
                  <a:pt x="366500" y="893782"/>
                </a:lnTo>
                <a:lnTo>
                  <a:pt x="320930" y="875700"/>
                </a:lnTo>
                <a:lnTo>
                  <a:pt x="277646" y="855292"/>
                </a:lnTo>
                <a:lnTo>
                  <a:pt x="236820" y="832681"/>
                </a:lnTo>
                <a:lnTo>
                  <a:pt x="198629" y="807988"/>
                </a:lnTo>
                <a:lnTo>
                  <a:pt x="163246" y="781335"/>
                </a:lnTo>
                <a:lnTo>
                  <a:pt x="130847" y="752844"/>
                </a:lnTo>
                <a:lnTo>
                  <a:pt x="101605" y="722636"/>
                </a:lnTo>
                <a:lnTo>
                  <a:pt x="75696" y="690834"/>
                </a:lnTo>
                <a:lnTo>
                  <a:pt x="53294" y="657559"/>
                </a:lnTo>
                <a:lnTo>
                  <a:pt x="34574" y="622934"/>
                </a:lnTo>
                <a:lnTo>
                  <a:pt x="19709" y="587079"/>
                </a:lnTo>
                <a:lnTo>
                  <a:pt x="8876" y="550118"/>
                </a:lnTo>
                <a:lnTo>
                  <a:pt x="2248" y="512171"/>
                </a:lnTo>
                <a:lnTo>
                  <a:pt x="0" y="473361"/>
                </a:lnTo>
                <a:close/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44"/>
          <p:cNvSpPr txBox="1"/>
          <p:nvPr/>
        </p:nvSpPr>
        <p:spPr>
          <a:xfrm>
            <a:off x="7717962" y="1999999"/>
            <a:ext cx="1053465" cy="652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noAutofit/>
          </a:bodyPr>
          <a:lstStyle/>
          <a:p>
            <a:pPr marL="12700" marR="5080" lvl="0" indent="368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Taxable  Income?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44"/>
          <p:cNvSpPr/>
          <p:nvPr/>
        </p:nvSpPr>
        <p:spPr>
          <a:xfrm>
            <a:off x="8128932" y="2825449"/>
            <a:ext cx="231140" cy="979805"/>
          </a:xfrm>
          <a:custGeom>
            <a:avLst/>
            <a:gdLst/>
            <a:ahLst/>
            <a:cxnLst/>
            <a:rect l="l" t="t" r="r" b="b"/>
            <a:pathLst>
              <a:path w="231139" h="979804" extrusionOk="0">
                <a:moveTo>
                  <a:pt x="230987" y="866660"/>
                </a:moveTo>
                <a:lnTo>
                  <a:pt x="0" y="866660"/>
                </a:lnTo>
                <a:lnTo>
                  <a:pt x="115493" y="979258"/>
                </a:lnTo>
                <a:lnTo>
                  <a:pt x="230987" y="866660"/>
                </a:lnTo>
                <a:close/>
              </a:path>
              <a:path w="231139" h="979804" extrusionOk="0">
                <a:moveTo>
                  <a:pt x="154812" y="0"/>
                </a:moveTo>
                <a:lnTo>
                  <a:pt x="76174" y="0"/>
                </a:lnTo>
                <a:lnTo>
                  <a:pt x="76174" y="866660"/>
                </a:lnTo>
                <a:lnTo>
                  <a:pt x="154812" y="866660"/>
                </a:lnTo>
                <a:lnTo>
                  <a:pt x="15481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44"/>
          <p:cNvSpPr/>
          <p:nvPr/>
        </p:nvSpPr>
        <p:spPr>
          <a:xfrm>
            <a:off x="8128938" y="2825444"/>
            <a:ext cx="231140" cy="979805"/>
          </a:xfrm>
          <a:custGeom>
            <a:avLst/>
            <a:gdLst/>
            <a:ahLst/>
            <a:cxnLst/>
            <a:rect l="l" t="t" r="r" b="b"/>
            <a:pathLst>
              <a:path w="231139" h="979804" extrusionOk="0">
                <a:moveTo>
                  <a:pt x="115488" y="979264"/>
                </a:moveTo>
                <a:lnTo>
                  <a:pt x="230976" y="866666"/>
                </a:lnTo>
                <a:lnTo>
                  <a:pt x="154812" y="866666"/>
                </a:lnTo>
                <a:lnTo>
                  <a:pt x="154812" y="0"/>
                </a:lnTo>
                <a:lnTo>
                  <a:pt x="76163" y="0"/>
                </a:lnTo>
                <a:lnTo>
                  <a:pt x="76163" y="866666"/>
                </a:lnTo>
                <a:lnTo>
                  <a:pt x="0" y="866666"/>
                </a:lnTo>
                <a:lnTo>
                  <a:pt x="115488" y="979264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44"/>
          <p:cNvSpPr/>
          <p:nvPr/>
        </p:nvSpPr>
        <p:spPr>
          <a:xfrm>
            <a:off x="8216176" y="2798869"/>
            <a:ext cx="1035685" cy="1038860"/>
          </a:xfrm>
          <a:custGeom>
            <a:avLst/>
            <a:gdLst/>
            <a:ahLst/>
            <a:cxnLst/>
            <a:rect l="l" t="t" r="r" b="b"/>
            <a:pathLst>
              <a:path w="1035684" h="1038860" extrusionOk="0">
                <a:moveTo>
                  <a:pt x="56502" y="0"/>
                </a:moveTo>
                <a:lnTo>
                  <a:pt x="0" y="53149"/>
                </a:lnTo>
                <a:lnTo>
                  <a:pt x="924242" y="984224"/>
                </a:lnTo>
                <a:lnTo>
                  <a:pt x="869556" y="1035786"/>
                </a:lnTo>
                <a:lnTo>
                  <a:pt x="1032840" y="1038491"/>
                </a:lnTo>
                <a:lnTo>
                  <a:pt x="1034675" y="930960"/>
                </a:lnTo>
                <a:lnTo>
                  <a:pt x="980744" y="930960"/>
                </a:lnTo>
                <a:lnTo>
                  <a:pt x="56502" y="0"/>
                </a:lnTo>
                <a:close/>
              </a:path>
              <a:path w="1035684" h="1038860" extrusionOk="0">
                <a:moveTo>
                  <a:pt x="1035558" y="879284"/>
                </a:moveTo>
                <a:lnTo>
                  <a:pt x="980744" y="930960"/>
                </a:lnTo>
                <a:lnTo>
                  <a:pt x="1034675" y="930960"/>
                </a:lnTo>
                <a:lnTo>
                  <a:pt x="1035558" y="87928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44"/>
          <p:cNvSpPr/>
          <p:nvPr/>
        </p:nvSpPr>
        <p:spPr>
          <a:xfrm>
            <a:off x="8216177" y="2798870"/>
            <a:ext cx="1035685" cy="1038860"/>
          </a:xfrm>
          <a:custGeom>
            <a:avLst/>
            <a:gdLst/>
            <a:ahLst/>
            <a:cxnLst/>
            <a:rect l="l" t="t" r="r" b="b"/>
            <a:pathLst>
              <a:path w="1035684" h="1038860" extrusionOk="0">
                <a:moveTo>
                  <a:pt x="1032838" y="1038490"/>
                </a:moveTo>
                <a:lnTo>
                  <a:pt x="1035550" y="879277"/>
                </a:lnTo>
                <a:lnTo>
                  <a:pt x="980744" y="930959"/>
                </a:lnTo>
                <a:lnTo>
                  <a:pt x="56501" y="0"/>
                </a:lnTo>
                <a:lnTo>
                  <a:pt x="0" y="53146"/>
                </a:lnTo>
                <a:lnTo>
                  <a:pt x="924243" y="984218"/>
                </a:lnTo>
                <a:lnTo>
                  <a:pt x="869550" y="1035788"/>
                </a:lnTo>
                <a:lnTo>
                  <a:pt x="1032838" y="103849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44"/>
          <p:cNvSpPr txBox="1"/>
          <p:nvPr/>
        </p:nvSpPr>
        <p:spPr>
          <a:xfrm>
            <a:off x="2299061" y="4392019"/>
            <a:ext cx="1648460" cy="33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(i) Binary split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44"/>
          <p:cNvSpPr txBox="1"/>
          <p:nvPr/>
        </p:nvSpPr>
        <p:spPr>
          <a:xfrm>
            <a:off x="7213477" y="4515312"/>
            <a:ext cx="2079625" cy="33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(ii) Multi-way split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44"/>
          <p:cNvSpPr/>
          <p:nvPr/>
        </p:nvSpPr>
        <p:spPr>
          <a:xfrm>
            <a:off x="8225666" y="2791782"/>
            <a:ext cx="1927860" cy="1090930"/>
          </a:xfrm>
          <a:custGeom>
            <a:avLst/>
            <a:gdLst/>
            <a:ahLst/>
            <a:cxnLst/>
            <a:rect l="l" t="t" r="r" b="b"/>
            <a:pathLst>
              <a:path w="1927859" h="1090929" extrusionOk="0">
                <a:moveTo>
                  <a:pt x="37515" y="0"/>
                </a:moveTo>
                <a:lnTo>
                  <a:pt x="0" y="67322"/>
                </a:lnTo>
                <a:lnTo>
                  <a:pt x="1807248" y="1025423"/>
                </a:lnTo>
                <a:lnTo>
                  <a:pt x="1770862" y="1090612"/>
                </a:lnTo>
                <a:lnTo>
                  <a:pt x="1927478" y="1045578"/>
                </a:lnTo>
                <a:lnTo>
                  <a:pt x="1900930" y="958087"/>
                </a:lnTo>
                <a:lnTo>
                  <a:pt x="1844763" y="958087"/>
                </a:lnTo>
                <a:lnTo>
                  <a:pt x="37515" y="0"/>
                </a:lnTo>
                <a:close/>
              </a:path>
              <a:path w="1927859" h="1090929" extrusionOk="0">
                <a:moveTo>
                  <a:pt x="1881149" y="892898"/>
                </a:moveTo>
                <a:lnTo>
                  <a:pt x="1844763" y="958087"/>
                </a:lnTo>
                <a:lnTo>
                  <a:pt x="1900930" y="958087"/>
                </a:lnTo>
                <a:lnTo>
                  <a:pt x="1881149" y="89289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44"/>
          <p:cNvSpPr/>
          <p:nvPr/>
        </p:nvSpPr>
        <p:spPr>
          <a:xfrm>
            <a:off x="8225668" y="2791776"/>
            <a:ext cx="1927860" cy="1090930"/>
          </a:xfrm>
          <a:custGeom>
            <a:avLst/>
            <a:gdLst/>
            <a:ahLst/>
            <a:cxnLst/>
            <a:rect l="l" t="t" r="r" b="b"/>
            <a:pathLst>
              <a:path w="1927859" h="1090929" extrusionOk="0">
                <a:moveTo>
                  <a:pt x="1927476" y="1045584"/>
                </a:moveTo>
                <a:lnTo>
                  <a:pt x="1881145" y="892901"/>
                </a:lnTo>
                <a:lnTo>
                  <a:pt x="1844758" y="958095"/>
                </a:lnTo>
                <a:lnTo>
                  <a:pt x="37516" y="0"/>
                </a:lnTo>
                <a:lnTo>
                  <a:pt x="0" y="67333"/>
                </a:lnTo>
                <a:lnTo>
                  <a:pt x="1807242" y="1025429"/>
                </a:lnTo>
                <a:lnTo>
                  <a:pt x="1770855" y="1090623"/>
                </a:lnTo>
                <a:lnTo>
                  <a:pt x="1927476" y="1045584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44"/>
          <p:cNvSpPr txBox="1"/>
          <p:nvPr/>
        </p:nvSpPr>
        <p:spPr>
          <a:xfrm>
            <a:off x="6610260" y="3002095"/>
            <a:ext cx="556260" cy="26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10K</a:t>
            </a:r>
            <a:endParaRPr sz="15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44"/>
          <p:cNvSpPr txBox="1"/>
          <p:nvPr/>
        </p:nvSpPr>
        <p:spPr>
          <a:xfrm>
            <a:off x="6679778" y="3883405"/>
            <a:ext cx="919480" cy="26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[10K,25K)</a:t>
            </a:r>
            <a:endParaRPr sz="15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44"/>
          <p:cNvSpPr txBox="1"/>
          <p:nvPr/>
        </p:nvSpPr>
        <p:spPr>
          <a:xfrm>
            <a:off x="7785183" y="3883405"/>
            <a:ext cx="919480" cy="26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[25K,50K)</a:t>
            </a:r>
            <a:endParaRPr sz="15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44"/>
          <p:cNvSpPr txBox="1"/>
          <p:nvPr/>
        </p:nvSpPr>
        <p:spPr>
          <a:xfrm>
            <a:off x="8940818" y="3883405"/>
            <a:ext cx="919480" cy="26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[50K,80K)</a:t>
            </a:r>
            <a:endParaRPr sz="15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44"/>
          <p:cNvSpPr txBox="1"/>
          <p:nvPr/>
        </p:nvSpPr>
        <p:spPr>
          <a:xfrm>
            <a:off x="9196876" y="3002095"/>
            <a:ext cx="556260" cy="26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5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954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>
            <a:spLocks noGrp="1"/>
          </p:cNvSpPr>
          <p:nvPr>
            <p:ph type="ctrTitle"/>
          </p:nvPr>
        </p:nvSpPr>
        <p:spPr>
          <a:xfrm>
            <a:off x="-6625" y="2665141"/>
            <a:ext cx="12192000" cy="88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25" tIns="0" rIns="548625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200"/>
              <a:buFont typeface="Arial"/>
              <a:buNone/>
            </a:pPr>
            <a:r>
              <a:rPr lang="en-US" sz="5400" dirty="0"/>
              <a:t>Ensemble Methods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D578A9B-5A40-435D-B345-56C231592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4591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Ensemble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 a set of classifiers from the training data.</a:t>
            </a:r>
          </a:p>
          <a:p>
            <a:r>
              <a:rPr lang="en-US" dirty="0"/>
              <a:t>Predict class label of previous unseen records by aggregating predictions made by multiple classifiers.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798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4"/>
          <p:cNvSpPr txBox="1">
            <a:spLocks noGrp="1"/>
          </p:cNvSpPr>
          <p:nvPr>
            <p:ph type="ctrTitle"/>
          </p:nvPr>
        </p:nvSpPr>
        <p:spPr>
          <a:xfrm>
            <a:off x="775465" y="2011501"/>
            <a:ext cx="10641070" cy="254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9367" tIns="0" rIns="399367" bIns="0" anchor="ctr" anchorCtr="0">
            <a:noAutofit/>
          </a:bodyPr>
          <a:lstStyle/>
          <a:p>
            <a:pPr rtl="0"/>
            <a:r>
              <a:rPr lang="en-US" sz="7200" dirty="0"/>
              <a:t>Bagging</a:t>
            </a:r>
            <a:endParaRPr sz="720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3D578A9B-5A40-435D-B345-56C231592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874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object 3"/>
          <p:cNvSpPr/>
          <p:nvPr/>
        </p:nvSpPr>
        <p:spPr>
          <a:xfrm>
            <a:off x="7520847" y="2176960"/>
            <a:ext cx="15240" cy="1270"/>
          </a:xfrm>
          <a:custGeom>
            <a:avLst/>
            <a:gdLst/>
            <a:ahLst/>
            <a:cxnLst/>
            <a:rect l="l" t="t" r="r" b="b"/>
            <a:pathLst>
              <a:path w="15239" h="1269">
                <a:moveTo>
                  <a:pt x="0" y="1269"/>
                </a:moveTo>
                <a:lnTo>
                  <a:pt x="14800" y="1269"/>
                </a:lnTo>
                <a:lnTo>
                  <a:pt x="14800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/>
          <p:cNvSpPr/>
          <p:nvPr/>
        </p:nvSpPr>
        <p:spPr>
          <a:xfrm>
            <a:off x="7520847" y="2175691"/>
            <a:ext cx="47625" cy="1270"/>
          </a:xfrm>
          <a:custGeom>
            <a:avLst/>
            <a:gdLst/>
            <a:ahLst/>
            <a:cxnLst/>
            <a:rect l="l" t="t" r="r" b="b"/>
            <a:pathLst>
              <a:path w="47625" h="1269">
                <a:moveTo>
                  <a:pt x="0" y="1270"/>
                </a:moveTo>
                <a:lnTo>
                  <a:pt x="47264" y="1270"/>
                </a:lnTo>
                <a:lnTo>
                  <a:pt x="4726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7554087" y="2175691"/>
            <a:ext cx="14604" cy="1270"/>
          </a:xfrm>
          <a:custGeom>
            <a:avLst/>
            <a:gdLst/>
            <a:ahLst/>
            <a:cxnLst/>
            <a:rect l="l" t="t" r="r" b="b"/>
            <a:pathLst>
              <a:path w="14604" h="1269">
                <a:moveTo>
                  <a:pt x="0" y="1270"/>
                </a:moveTo>
                <a:lnTo>
                  <a:pt x="14024" y="1270"/>
                </a:lnTo>
                <a:lnTo>
                  <a:pt x="1402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7587326" y="2174421"/>
            <a:ext cx="5715" cy="1270"/>
          </a:xfrm>
          <a:custGeom>
            <a:avLst/>
            <a:gdLst/>
            <a:ahLst/>
            <a:cxnLst/>
            <a:rect l="l" t="t" r="r" b="b"/>
            <a:pathLst>
              <a:path w="5714" h="1269">
                <a:moveTo>
                  <a:pt x="0" y="1269"/>
                </a:moveTo>
                <a:lnTo>
                  <a:pt x="5300" y="1269"/>
                </a:lnTo>
                <a:lnTo>
                  <a:pt x="5300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7587326" y="2173150"/>
            <a:ext cx="28575" cy="1270"/>
          </a:xfrm>
          <a:custGeom>
            <a:avLst/>
            <a:gdLst/>
            <a:ahLst/>
            <a:cxnLst/>
            <a:rect l="l" t="t" r="r" b="b"/>
            <a:pathLst>
              <a:path w="28575" h="1269">
                <a:moveTo>
                  <a:pt x="0" y="1270"/>
                </a:moveTo>
                <a:lnTo>
                  <a:pt x="28488" y="1270"/>
                </a:lnTo>
                <a:lnTo>
                  <a:pt x="28488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7586302" y="1533290"/>
            <a:ext cx="67945" cy="642620"/>
          </a:xfrm>
          <a:custGeom>
            <a:avLst/>
            <a:gdLst/>
            <a:ahLst/>
            <a:cxnLst/>
            <a:rect l="l" t="t" r="r" b="b"/>
            <a:pathLst>
              <a:path w="67945" h="642619">
                <a:moveTo>
                  <a:pt x="67501" y="0"/>
                </a:moveTo>
                <a:lnTo>
                  <a:pt x="0" y="0"/>
                </a:lnTo>
                <a:lnTo>
                  <a:pt x="0" y="642156"/>
                </a:lnTo>
                <a:lnTo>
                  <a:pt x="17693" y="640750"/>
                </a:lnTo>
                <a:lnTo>
                  <a:pt x="26489" y="640750"/>
                </a:lnTo>
                <a:lnTo>
                  <a:pt x="34263" y="640093"/>
                </a:lnTo>
                <a:lnTo>
                  <a:pt x="43160" y="639437"/>
                </a:lnTo>
                <a:lnTo>
                  <a:pt x="67501" y="637376"/>
                </a:lnTo>
                <a:lnTo>
                  <a:pt x="67501" y="0"/>
                </a:lnTo>
                <a:close/>
              </a:path>
            </a:pathLst>
          </a:custGeom>
          <a:solidFill>
            <a:srgbClr val="FFEF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7619441" y="1533290"/>
            <a:ext cx="67945" cy="640715"/>
          </a:xfrm>
          <a:custGeom>
            <a:avLst/>
            <a:gdLst/>
            <a:ahLst/>
            <a:cxnLst/>
            <a:rect l="l" t="t" r="r" b="b"/>
            <a:pathLst>
              <a:path w="67945" h="640714">
                <a:moveTo>
                  <a:pt x="67603" y="0"/>
                </a:moveTo>
                <a:lnTo>
                  <a:pt x="0" y="0"/>
                </a:lnTo>
                <a:lnTo>
                  <a:pt x="0" y="640093"/>
                </a:lnTo>
                <a:lnTo>
                  <a:pt x="17795" y="638782"/>
                </a:lnTo>
                <a:lnTo>
                  <a:pt x="34363" y="637376"/>
                </a:lnTo>
                <a:lnTo>
                  <a:pt x="43262" y="636719"/>
                </a:lnTo>
                <a:lnTo>
                  <a:pt x="59830" y="635407"/>
                </a:lnTo>
                <a:lnTo>
                  <a:pt x="67603" y="634657"/>
                </a:lnTo>
                <a:lnTo>
                  <a:pt x="67603" y="0"/>
                </a:lnTo>
                <a:close/>
              </a:path>
            </a:pathLst>
          </a:custGeom>
          <a:solidFill>
            <a:srgbClr val="FFEA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7652681" y="1533290"/>
            <a:ext cx="66675" cy="637540"/>
          </a:xfrm>
          <a:custGeom>
            <a:avLst/>
            <a:gdLst/>
            <a:ahLst/>
            <a:cxnLst/>
            <a:rect l="l" t="t" r="r" b="b"/>
            <a:pathLst>
              <a:path w="66675" h="637539">
                <a:moveTo>
                  <a:pt x="66478" y="0"/>
                </a:moveTo>
                <a:lnTo>
                  <a:pt x="0" y="0"/>
                </a:lnTo>
                <a:lnTo>
                  <a:pt x="0" y="637376"/>
                </a:lnTo>
                <a:lnTo>
                  <a:pt x="26591" y="635407"/>
                </a:lnTo>
                <a:lnTo>
                  <a:pt x="35488" y="634001"/>
                </a:lnTo>
                <a:lnTo>
                  <a:pt x="51034" y="632688"/>
                </a:lnTo>
                <a:lnTo>
                  <a:pt x="58705" y="631282"/>
                </a:lnTo>
                <a:lnTo>
                  <a:pt x="66478" y="630627"/>
                </a:lnTo>
                <a:lnTo>
                  <a:pt x="66478" y="0"/>
                </a:lnTo>
                <a:close/>
              </a:path>
            </a:pathLst>
          </a:custGeom>
          <a:solidFill>
            <a:srgbClr val="FFE2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7685919" y="1533290"/>
            <a:ext cx="66675" cy="635000"/>
          </a:xfrm>
          <a:custGeom>
            <a:avLst/>
            <a:gdLst/>
            <a:ahLst/>
            <a:cxnLst/>
            <a:rect l="l" t="t" r="r" b="b"/>
            <a:pathLst>
              <a:path w="66675" h="635000">
                <a:moveTo>
                  <a:pt x="66479" y="0"/>
                </a:moveTo>
                <a:lnTo>
                  <a:pt x="0" y="0"/>
                </a:lnTo>
                <a:lnTo>
                  <a:pt x="0" y="634657"/>
                </a:lnTo>
                <a:lnTo>
                  <a:pt x="8898" y="633345"/>
                </a:lnTo>
                <a:lnTo>
                  <a:pt x="17796" y="632688"/>
                </a:lnTo>
                <a:lnTo>
                  <a:pt x="26592" y="631282"/>
                </a:lnTo>
                <a:lnTo>
                  <a:pt x="35490" y="630627"/>
                </a:lnTo>
                <a:lnTo>
                  <a:pt x="43262" y="629314"/>
                </a:lnTo>
                <a:lnTo>
                  <a:pt x="51036" y="628658"/>
                </a:lnTo>
                <a:lnTo>
                  <a:pt x="58705" y="627253"/>
                </a:lnTo>
                <a:lnTo>
                  <a:pt x="66479" y="626596"/>
                </a:lnTo>
                <a:lnTo>
                  <a:pt x="66479" y="0"/>
                </a:lnTo>
                <a:close/>
              </a:path>
            </a:pathLst>
          </a:custGeom>
          <a:solidFill>
            <a:srgbClr val="FFDD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7719159" y="1533290"/>
            <a:ext cx="66675" cy="631190"/>
          </a:xfrm>
          <a:custGeom>
            <a:avLst/>
            <a:gdLst/>
            <a:ahLst/>
            <a:cxnLst/>
            <a:rect l="l" t="t" r="r" b="b"/>
            <a:pathLst>
              <a:path w="66675" h="631189">
                <a:moveTo>
                  <a:pt x="66479" y="0"/>
                </a:moveTo>
                <a:lnTo>
                  <a:pt x="0" y="0"/>
                </a:lnTo>
                <a:lnTo>
                  <a:pt x="0" y="630627"/>
                </a:lnTo>
                <a:lnTo>
                  <a:pt x="8897" y="629314"/>
                </a:lnTo>
                <a:lnTo>
                  <a:pt x="17796" y="628658"/>
                </a:lnTo>
                <a:lnTo>
                  <a:pt x="26591" y="627253"/>
                </a:lnTo>
                <a:lnTo>
                  <a:pt x="35490" y="625941"/>
                </a:lnTo>
                <a:lnTo>
                  <a:pt x="43262" y="625284"/>
                </a:lnTo>
                <a:lnTo>
                  <a:pt x="66479" y="621159"/>
                </a:lnTo>
                <a:lnTo>
                  <a:pt x="66479" y="0"/>
                </a:lnTo>
                <a:close/>
              </a:path>
            </a:pathLst>
          </a:custGeom>
          <a:solidFill>
            <a:srgbClr val="FFD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/>
          <p:nvPr/>
        </p:nvSpPr>
        <p:spPr>
          <a:xfrm>
            <a:off x="7752398" y="1533290"/>
            <a:ext cx="66675" cy="626745"/>
          </a:xfrm>
          <a:custGeom>
            <a:avLst/>
            <a:gdLst/>
            <a:ahLst/>
            <a:cxnLst/>
            <a:rect l="l" t="t" r="r" b="b"/>
            <a:pathLst>
              <a:path w="66675" h="626744">
                <a:moveTo>
                  <a:pt x="66478" y="0"/>
                </a:moveTo>
                <a:lnTo>
                  <a:pt x="0" y="0"/>
                </a:lnTo>
                <a:lnTo>
                  <a:pt x="0" y="626596"/>
                </a:lnTo>
                <a:lnTo>
                  <a:pt x="27716" y="622566"/>
                </a:lnTo>
                <a:lnTo>
                  <a:pt x="35488" y="620504"/>
                </a:lnTo>
                <a:lnTo>
                  <a:pt x="44284" y="619192"/>
                </a:lnTo>
                <a:lnTo>
                  <a:pt x="52058" y="617786"/>
                </a:lnTo>
                <a:lnTo>
                  <a:pt x="58705" y="615817"/>
                </a:lnTo>
                <a:lnTo>
                  <a:pt x="66478" y="614412"/>
                </a:lnTo>
                <a:lnTo>
                  <a:pt x="66478" y="0"/>
                </a:lnTo>
                <a:close/>
              </a:path>
            </a:pathLst>
          </a:custGeom>
          <a:solidFill>
            <a:srgbClr val="FFD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4"/>
          <p:cNvSpPr/>
          <p:nvPr/>
        </p:nvSpPr>
        <p:spPr>
          <a:xfrm>
            <a:off x="7785638" y="1533290"/>
            <a:ext cx="66675" cy="621665"/>
          </a:xfrm>
          <a:custGeom>
            <a:avLst/>
            <a:gdLst/>
            <a:ahLst/>
            <a:cxnLst/>
            <a:rect l="l" t="t" r="r" b="b"/>
            <a:pathLst>
              <a:path w="66675" h="621664">
                <a:moveTo>
                  <a:pt x="66478" y="0"/>
                </a:moveTo>
                <a:lnTo>
                  <a:pt x="0" y="0"/>
                </a:lnTo>
                <a:lnTo>
                  <a:pt x="0" y="621159"/>
                </a:lnTo>
                <a:lnTo>
                  <a:pt x="10022" y="619192"/>
                </a:lnTo>
                <a:lnTo>
                  <a:pt x="19942" y="617786"/>
                </a:lnTo>
                <a:lnTo>
                  <a:pt x="59830" y="607006"/>
                </a:lnTo>
                <a:lnTo>
                  <a:pt x="66478" y="605038"/>
                </a:lnTo>
                <a:lnTo>
                  <a:pt x="66478" y="0"/>
                </a:lnTo>
                <a:close/>
              </a:path>
            </a:pathLst>
          </a:custGeom>
          <a:solidFill>
            <a:srgbClr val="FFCE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5"/>
          <p:cNvSpPr/>
          <p:nvPr/>
        </p:nvSpPr>
        <p:spPr>
          <a:xfrm>
            <a:off x="7818876" y="1533290"/>
            <a:ext cx="66675" cy="614680"/>
          </a:xfrm>
          <a:custGeom>
            <a:avLst/>
            <a:gdLst/>
            <a:ahLst/>
            <a:cxnLst/>
            <a:rect l="l" t="t" r="r" b="b"/>
            <a:pathLst>
              <a:path w="66675" h="614680">
                <a:moveTo>
                  <a:pt x="66479" y="0"/>
                </a:moveTo>
                <a:lnTo>
                  <a:pt x="0" y="0"/>
                </a:lnTo>
                <a:lnTo>
                  <a:pt x="0" y="614412"/>
                </a:lnTo>
                <a:lnTo>
                  <a:pt x="39888" y="602320"/>
                </a:lnTo>
                <a:lnTo>
                  <a:pt x="66479" y="580668"/>
                </a:lnTo>
                <a:lnTo>
                  <a:pt x="66479" y="0"/>
                </a:lnTo>
                <a:close/>
              </a:path>
            </a:pathLst>
          </a:custGeom>
          <a:solidFill>
            <a:srgbClr val="FFC9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6"/>
          <p:cNvSpPr/>
          <p:nvPr/>
        </p:nvSpPr>
        <p:spPr>
          <a:xfrm>
            <a:off x="7354752" y="1533290"/>
            <a:ext cx="66675" cy="647065"/>
          </a:xfrm>
          <a:custGeom>
            <a:avLst/>
            <a:gdLst/>
            <a:ahLst/>
            <a:cxnLst/>
            <a:rect l="l" t="t" r="r" b="b"/>
            <a:pathLst>
              <a:path w="66675" h="647064">
                <a:moveTo>
                  <a:pt x="66478" y="0"/>
                </a:moveTo>
                <a:lnTo>
                  <a:pt x="0" y="0"/>
                </a:lnTo>
                <a:lnTo>
                  <a:pt x="0" y="646186"/>
                </a:lnTo>
                <a:lnTo>
                  <a:pt x="6647" y="646186"/>
                </a:lnTo>
                <a:lnTo>
                  <a:pt x="14420" y="646842"/>
                </a:lnTo>
                <a:lnTo>
                  <a:pt x="66478" y="646842"/>
                </a:lnTo>
                <a:lnTo>
                  <a:pt x="66478" y="0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7"/>
          <p:cNvSpPr/>
          <p:nvPr/>
        </p:nvSpPr>
        <p:spPr>
          <a:xfrm>
            <a:off x="7330836" y="2178231"/>
            <a:ext cx="57150" cy="1270"/>
          </a:xfrm>
          <a:custGeom>
            <a:avLst/>
            <a:gdLst/>
            <a:ahLst/>
            <a:cxnLst/>
            <a:rect l="l" t="t" r="r" b="b"/>
            <a:pathLst>
              <a:path w="57150" h="1269">
                <a:moveTo>
                  <a:pt x="0" y="1270"/>
                </a:moveTo>
                <a:lnTo>
                  <a:pt x="57156" y="1270"/>
                </a:lnTo>
                <a:lnTo>
                  <a:pt x="57156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8"/>
          <p:cNvSpPr/>
          <p:nvPr/>
        </p:nvSpPr>
        <p:spPr>
          <a:xfrm>
            <a:off x="7257679" y="2175691"/>
            <a:ext cx="31115" cy="1270"/>
          </a:xfrm>
          <a:custGeom>
            <a:avLst/>
            <a:gdLst/>
            <a:ahLst/>
            <a:cxnLst/>
            <a:rect l="l" t="t" r="r" b="b"/>
            <a:pathLst>
              <a:path w="31114" h="1269">
                <a:moveTo>
                  <a:pt x="0" y="1270"/>
                </a:moveTo>
                <a:lnTo>
                  <a:pt x="30593" y="1270"/>
                </a:lnTo>
                <a:lnTo>
                  <a:pt x="30593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9"/>
          <p:cNvSpPr/>
          <p:nvPr/>
        </p:nvSpPr>
        <p:spPr>
          <a:xfrm>
            <a:off x="7281517" y="2176960"/>
            <a:ext cx="6985" cy="1270"/>
          </a:xfrm>
          <a:custGeom>
            <a:avLst/>
            <a:gdLst/>
            <a:ahLst/>
            <a:cxnLst/>
            <a:rect l="l" t="t" r="r" b="b"/>
            <a:pathLst>
              <a:path w="6985" h="1269">
                <a:moveTo>
                  <a:pt x="0" y="1269"/>
                </a:moveTo>
                <a:lnTo>
                  <a:pt x="6756" y="1269"/>
                </a:lnTo>
                <a:lnTo>
                  <a:pt x="6756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0"/>
          <p:cNvSpPr/>
          <p:nvPr/>
        </p:nvSpPr>
        <p:spPr>
          <a:xfrm>
            <a:off x="7256938" y="2175691"/>
            <a:ext cx="31750" cy="1270"/>
          </a:xfrm>
          <a:custGeom>
            <a:avLst/>
            <a:gdLst/>
            <a:ahLst/>
            <a:cxnLst/>
            <a:rect l="l" t="t" r="r" b="b"/>
            <a:pathLst>
              <a:path w="31750" h="1269">
                <a:moveTo>
                  <a:pt x="0" y="1270"/>
                </a:moveTo>
                <a:lnTo>
                  <a:pt x="31334" y="1270"/>
                </a:lnTo>
                <a:lnTo>
                  <a:pt x="3133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1"/>
          <p:cNvSpPr/>
          <p:nvPr/>
        </p:nvSpPr>
        <p:spPr>
          <a:xfrm>
            <a:off x="7224266" y="2174421"/>
            <a:ext cx="31115" cy="1270"/>
          </a:xfrm>
          <a:custGeom>
            <a:avLst/>
            <a:gdLst/>
            <a:ahLst/>
            <a:cxnLst/>
            <a:rect l="l" t="t" r="r" b="b"/>
            <a:pathLst>
              <a:path w="31114" h="1269">
                <a:moveTo>
                  <a:pt x="0" y="1269"/>
                </a:moveTo>
                <a:lnTo>
                  <a:pt x="30766" y="1269"/>
                </a:lnTo>
                <a:lnTo>
                  <a:pt x="30766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2"/>
          <p:cNvSpPr/>
          <p:nvPr/>
        </p:nvSpPr>
        <p:spPr>
          <a:xfrm>
            <a:off x="7187430" y="1533290"/>
            <a:ext cx="67945" cy="643255"/>
          </a:xfrm>
          <a:custGeom>
            <a:avLst/>
            <a:gdLst/>
            <a:ahLst/>
            <a:cxnLst/>
            <a:rect l="l" t="t" r="r" b="b"/>
            <a:pathLst>
              <a:path w="67945" h="643255">
                <a:moveTo>
                  <a:pt x="67603" y="0"/>
                </a:moveTo>
                <a:lnTo>
                  <a:pt x="0" y="0"/>
                </a:lnTo>
                <a:lnTo>
                  <a:pt x="0" y="638782"/>
                </a:lnTo>
                <a:lnTo>
                  <a:pt x="25466" y="640750"/>
                </a:lnTo>
                <a:lnTo>
                  <a:pt x="33239" y="641499"/>
                </a:lnTo>
                <a:lnTo>
                  <a:pt x="42137" y="641499"/>
                </a:lnTo>
                <a:lnTo>
                  <a:pt x="58705" y="642811"/>
                </a:lnTo>
                <a:lnTo>
                  <a:pt x="67603" y="642811"/>
                </a:lnTo>
                <a:lnTo>
                  <a:pt x="67603" y="0"/>
                </a:lnTo>
                <a:close/>
              </a:path>
            </a:pathLst>
          </a:custGeom>
          <a:solidFill>
            <a:srgbClr val="FFE5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3"/>
          <p:cNvSpPr/>
          <p:nvPr/>
        </p:nvSpPr>
        <p:spPr>
          <a:xfrm>
            <a:off x="7154190" y="1533290"/>
            <a:ext cx="66675" cy="641985"/>
          </a:xfrm>
          <a:custGeom>
            <a:avLst/>
            <a:gdLst/>
            <a:ahLst/>
            <a:cxnLst/>
            <a:rect l="l" t="t" r="r" b="b"/>
            <a:pathLst>
              <a:path w="66675" h="641985">
                <a:moveTo>
                  <a:pt x="66479" y="0"/>
                </a:moveTo>
                <a:lnTo>
                  <a:pt x="0" y="0"/>
                </a:lnTo>
                <a:lnTo>
                  <a:pt x="0" y="636062"/>
                </a:lnTo>
                <a:lnTo>
                  <a:pt x="15546" y="637376"/>
                </a:lnTo>
                <a:lnTo>
                  <a:pt x="24443" y="638031"/>
                </a:lnTo>
                <a:lnTo>
                  <a:pt x="32114" y="638782"/>
                </a:lnTo>
                <a:lnTo>
                  <a:pt x="41012" y="639437"/>
                </a:lnTo>
                <a:lnTo>
                  <a:pt x="48785" y="640093"/>
                </a:lnTo>
                <a:lnTo>
                  <a:pt x="57683" y="640750"/>
                </a:lnTo>
                <a:lnTo>
                  <a:pt x="66479" y="641499"/>
                </a:lnTo>
                <a:lnTo>
                  <a:pt x="66479" y="0"/>
                </a:lnTo>
                <a:close/>
              </a:path>
            </a:pathLst>
          </a:custGeom>
          <a:solidFill>
            <a:srgbClr val="FFE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4"/>
          <p:cNvSpPr/>
          <p:nvPr/>
        </p:nvSpPr>
        <p:spPr>
          <a:xfrm>
            <a:off x="7120951" y="1533290"/>
            <a:ext cx="66675" cy="638810"/>
          </a:xfrm>
          <a:custGeom>
            <a:avLst/>
            <a:gdLst/>
            <a:ahLst/>
            <a:cxnLst/>
            <a:rect l="l" t="t" r="r" b="b"/>
            <a:pathLst>
              <a:path w="66675" h="638810">
                <a:moveTo>
                  <a:pt x="66479" y="0"/>
                </a:moveTo>
                <a:lnTo>
                  <a:pt x="0" y="0"/>
                </a:lnTo>
                <a:lnTo>
                  <a:pt x="0" y="632688"/>
                </a:lnTo>
                <a:lnTo>
                  <a:pt x="7773" y="633345"/>
                </a:lnTo>
                <a:lnTo>
                  <a:pt x="15546" y="634657"/>
                </a:lnTo>
                <a:lnTo>
                  <a:pt x="32114" y="636062"/>
                </a:lnTo>
                <a:lnTo>
                  <a:pt x="41013" y="636719"/>
                </a:lnTo>
                <a:lnTo>
                  <a:pt x="48785" y="637376"/>
                </a:lnTo>
                <a:lnTo>
                  <a:pt x="57683" y="638031"/>
                </a:lnTo>
                <a:lnTo>
                  <a:pt x="66479" y="638782"/>
                </a:lnTo>
                <a:lnTo>
                  <a:pt x="66479" y="0"/>
                </a:lnTo>
                <a:close/>
              </a:path>
            </a:pathLst>
          </a:custGeom>
          <a:solidFill>
            <a:srgbClr val="FFDD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5"/>
          <p:cNvSpPr/>
          <p:nvPr/>
        </p:nvSpPr>
        <p:spPr>
          <a:xfrm>
            <a:off x="7087712" y="1533290"/>
            <a:ext cx="66675" cy="636270"/>
          </a:xfrm>
          <a:custGeom>
            <a:avLst/>
            <a:gdLst/>
            <a:ahLst/>
            <a:cxnLst/>
            <a:rect l="l" t="t" r="r" b="b"/>
            <a:pathLst>
              <a:path w="66675" h="636269">
                <a:moveTo>
                  <a:pt x="66478" y="0"/>
                </a:moveTo>
                <a:lnTo>
                  <a:pt x="0" y="0"/>
                </a:lnTo>
                <a:lnTo>
                  <a:pt x="0" y="628658"/>
                </a:lnTo>
                <a:lnTo>
                  <a:pt x="7772" y="629314"/>
                </a:lnTo>
                <a:lnTo>
                  <a:pt x="15544" y="630627"/>
                </a:lnTo>
                <a:lnTo>
                  <a:pt x="23318" y="631282"/>
                </a:lnTo>
                <a:lnTo>
                  <a:pt x="32216" y="632688"/>
                </a:lnTo>
                <a:lnTo>
                  <a:pt x="41012" y="633345"/>
                </a:lnTo>
                <a:lnTo>
                  <a:pt x="48784" y="634657"/>
                </a:lnTo>
                <a:lnTo>
                  <a:pt x="66478" y="636062"/>
                </a:lnTo>
                <a:lnTo>
                  <a:pt x="66478" y="0"/>
                </a:lnTo>
                <a:close/>
              </a:path>
            </a:pathLst>
          </a:custGeom>
          <a:solidFill>
            <a:srgbClr val="FFD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6"/>
          <p:cNvSpPr/>
          <p:nvPr/>
        </p:nvSpPr>
        <p:spPr>
          <a:xfrm>
            <a:off x="7054472" y="1533290"/>
            <a:ext cx="66675" cy="633095"/>
          </a:xfrm>
          <a:custGeom>
            <a:avLst/>
            <a:gdLst/>
            <a:ahLst/>
            <a:cxnLst/>
            <a:rect l="l" t="t" r="r" b="b"/>
            <a:pathLst>
              <a:path w="66675" h="633094">
                <a:moveTo>
                  <a:pt x="66478" y="0"/>
                </a:moveTo>
                <a:lnTo>
                  <a:pt x="0" y="0"/>
                </a:lnTo>
                <a:lnTo>
                  <a:pt x="0" y="623878"/>
                </a:lnTo>
                <a:lnTo>
                  <a:pt x="7772" y="625284"/>
                </a:lnTo>
                <a:lnTo>
                  <a:pt x="15546" y="626596"/>
                </a:lnTo>
                <a:lnTo>
                  <a:pt x="23318" y="627253"/>
                </a:lnTo>
                <a:lnTo>
                  <a:pt x="32216" y="628658"/>
                </a:lnTo>
                <a:lnTo>
                  <a:pt x="39886" y="629314"/>
                </a:lnTo>
                <a:lnTo>
                  <a:pt x="48784" y="630627"/>
                </a:lnTo>
                <a:lnTo>
                  <a:pt x="57683" y="631282"/>
                </a:lnTo>
                <a:lnTo>
                  <a:pt x="66478" y="632688"/>
                </a:lnTo>
                <a:lnTo>
                  <a:pt x="66478" y="0"/>
                </a:lnTo>
                <a:close/>
              </a:path>
            </a:pathLst>
          </a:custGeom>
          <a:solidFill>
            <a:srgbClr val="FFD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7"/>
          <p:cNvSpPr/>
          <p:nvPr/>
        </p:nvSpPr>
        <p:spPr>
          <a:xfrm>
            <a:off x="7021335" y="1533290"/>
            <a:ext cx="66675" cy="629285"/>
          </a:xfrm>
          <a:custGeom>
            <a:avLst/>
            <a:gdLst/>
            <a:ahLst/>
            <a:cxnLst/>
            <a:rect l="l" t="t" r="r" b="b"/>
            <a:pathLst>
              <a:path w="66675" h="629285">
                <a:moveTo>
                  <a:pt x="66376" y="0"/>
                </a:moveTo>
                <a:lnTo>
                  <a:pt x="0" y="0"/>
                </a:lnTo>
                <a:lnTo>
                  <a:pt x="0" y="617786"/>
                </a:lnTo>
                <a:lnTo>
                  <a:pt x="7669" y="619192"/>
                </a:lnTo>
                <a:lnTo>
                  <a:pt x="14317" y="620504"/>
                </a:lnTo>
                <a:lnTo>
                  <a:pt x="22090" y="621910"/>
                </a:lnTo>
                <a:lnTo>
                  <a:pt x="30989" y="623222"/>
                </a:lnTo>
                <a:lnTo>
                  <a:pt x="47557" y="625941"/>
                </a:lnTo>
                <a:lnTo>
                  <a:pt x="57580" y="627253"/>
                </a:lnTo>
                <a:lnTo>
                  <a:pt x="66376" y="628658"/>
                </a:lnTo>
                <a:lnTo>
                  <a:pt x="66376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8"/>
          <p:cNvSpPr/>
          <p:nvPr/>
        </p:nvSpPr>
        <p:spPr>
          <a:xfrm>
            <a:off x="6986970" y="1533290"/>
            <a:ext cx="67945" cy="624205"/>
          </a:xfrm>
          <a:custGeom>
            <a:avLst/>
            <a:gdLst/>
            <a:ahLst/>
            <a:cxnLst/>
            <a:rect l="l" t="t" r="r" b="b"/>
            <a:pathLst>
              <a:path w="67945" h="624205">
                <a:moveTo>
                  <a:pt x="67501" y="0"/>
                </a:moveTo>
                <a:lnTo>
                  <a:pt x="0" y="0"/>
                </a:lnTo>
                <a:lnTo>
                  <a:pt x="0" y="609724"/>
                </a:lnTo>
                <a:lnTo>
                  <a:pt x="7772" y="611786"/>
                </a:lnTo>
                <a:lnTo>
                  <a:pt x="14420" y="613755"/>
                </a:lnTo>
                <a:lnTo>
                  <a:pt x="22091" y="615817"/>
                </a:lnTo>
                <a:lnTo>
                  <a:pt x="30989" y="617129"/>
                </a:lnTo>
                <a:lnTo>
                  <a:pt x="39886" y="619192"/>
                </a:lnTo>
                <a:lnTo>
                  <a:pt x="48682" y="620504"/>
                </a:lnTo>
                <a:lnTo>
                  <a:pt x="57580" y="622566"/>
                </a:lnTo>
                <a:lnTo>
                  <a:pt x="67501" y="623878"/>
                </a:lnTo>
                <a:lnTo>
                  <a:pt x="67501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9"/>
          <p:cNvSpPr/>
          <p:nvPr/>
        </p:nvSpPr>
        <p:spPr>
          <a:xfrm>
            <a:off x="6953731" y="1533290"/>
            <a:ext cx="67945" cy="617855"/>
          </a:xfrm>
          <a:custGeom>
            <a:avLst/>
            <a:gdLst/>
            <a:ahLst/>
            <a:cxnLst/>
            <a:rect l="l" t="t" r="r" b="b"/>
            <a:pathLst>
              <a:path w="67945" h="617855">
                <a:moveTo>
                  <a:pt x="67604" y="0"/>
                </a:moveTo>
                <a:lnTo>
                  <a:pt x="0" y="0"/>
                </a:lnTo>
                <a:lnTo>
                  <a:pt x="0" y="596883"/>
                </a:lnTo>
                <a:lnTo>
                  <a:pt x="45410" y="613098"/>
                </a:lnTo>
                <a:lnTo>
                  <a:pt x="67604" y="617786"/>
                </a:lnTo>
                <a:lnTo>
                  <a:pt x="67604" y="0"/>
                </a:lnTo>
                <a:close/>
              </a:path>
            </a:pathLst>
          </a:custGeom>
          <a:solidFill>
            <a:srgbClr val="FFC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0"/>
          <p:cNvSpPr/>
          <p:nvPr/>
        </p:nvSpPr>
        <p:spPr>
          <a:xfrm>
            <a:off x="6963140" y="1533290"/>
            <a:ext cx="0" cy="610235"/>
          </a:xfrm>
          <a:custGeom>
            <a:avLst/>
            <a:gdLst/>
            <a:ahLst/>
            <a:cxnLst/>
            <a:rect l="l" t="t" r="r" b="b"/>
            <a:pathLst>
              <a:path h="610235">
                <a:moveTo>
                  <a:pt x="0" y="0"/>
                </a:moveTo>
                <a:lnTo>
                  <a:pt x="0" y="609724"/>
                </a:lnTo>
              </a:path>
            </a:pathLst>
          </a:custGeom>
          <a:ln w="47660">
            <a:solidFill>
              <a:srgbClr val="FFCC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1"/>
          <p:cNvSpPr/>
          <p:nvPr/>
        </p:nvSpPr>
        <p:spPr>
          <a:xfrm>
            <a:off x="7868736" y="153329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5">
                <a:moveTo>
                  <a:pt x="0" y="0"/>
                </a:moveTo>
                <a:lnTo>
                  <a:pt x="0" y="605038"/>
                </a:lnTo>
              </a:path>
            </a:pathLst>
          </a:custGeom>
          <a:ln w="33239">
            <a:solidFill>
              <a:srgbClr val="FFC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2"/>
          <p:cNvSpPr/>
          <p:nvPr/>
        </p:nvSpPr>
        <p:spPr>
          <a:xfrm>
            <a:off x="6939310" y="1467116"/>
            <a:ext cx="946150" cy="132715"/>
          </a:xfrm>
          <a:custGeom>
            <a:avLst/>
            <a:gdLst/>
            <a:ahLst/>
            <a:cxnLst/>
            <a:rect l="l" t="t" r="r" b="b"/>
            <a:pathLst>
              <a:path w="946150" h="132715">
                <a:moveTo>
                  <a:pt x="473022" y="0"/>
                </a:moveTo>
                <a:lnTo>
                  <a:pt x="377804" y="1311"/>
                </a:lnTo>
                <a:lnTo>
                  <a:pt x="332292" y="2717"/>
                </a:lnTo>
                <a:lnTo>
                  <a:pt x="246994" y="8060"/>
                </a:lnTo>
                <a:lnTo>
                  <a:pt x="171720" y="14809"/>
                </a:lnTo>
                <a:lnTo>
                  <a:pt x="107491" y="24276"/>
                </a:lnTo>
                <a:lnTo>
                  <a:pt x="57580" y="34399"/>
                </a:lnTo>
                <a:lnTo>
                  <a:pt x="21069" y="46583"/>
                </a:lnTo>
                <a:lnTo>
                  <a:pt x="0" y="66174"/>
                </a:lnTo>
                <a:lnTo>
                  <a:pt x="2250" y="72922"/>
                </a:lnTo>
                <a:lnTo>
                  <a:pt x="37637" y="91856"/>
                </a:lnTo>
                <a:lnTo>
                  <a:pt x="80900" y="103291"/>
                </a:lnTo>
                <a:lnTo>
                  <a:pt x="138480" y="112758"/>
                </a:lnTo>
                <a:lnTo>
                  <a:pt x="246994" y="124194"/>
                </a:lnTo>
                <a:lnTo>
                  <a:pt x="332292" y="129630"/>
                </a:lnTo>
                <a:lnTo>
                  <a:pt x="377804" y="131036"/>
                </a:lnTo>
                <a:lnTo>
                  <a:pt x="473022" y="132349"/>
                </a:lnTo>
                <a:lnTo>
                  <a:pt x="568344" y="131036"/>
                </a:lnTo>
                <a:lnTo>
                  <a:pt x="613754" y="129630"/>
                </a:lnTo>
                <a:lnTo>
                  <a:pt x="697925" y="124194"/>
                </a:lnTo>
                <a:lnTo>
                  <a:pt x="773201" y="117445"/>
                </a:lnTo>
                <a:lnTo>
                  <a:pt x="837531" y="108071"/>
                </a:lnTo>
                <a:lnTo>
                  <a:pt x="888465" y="97948"/>
                </a:lnTo>
                <a:lnTo>
                  <a:pt x="924977" y="85764"/>
                </a:lnTo>
                <a:lnTo>
                  <a:pt x="946045" y="66174"/>
                </a:lnTo>
                <a:lnTo>
                  <a:pt x="943795" y="59425"/>
                </a:lnTo>
                <a:lnTo>
                  <a:pt x="908408" y="40491"/>
                </a:lnTo>
                <a:lnTo>
                  <a:pt x="865146" y="29056"/>
                </a:lnTo>
                <a:lnTo>
                  <a:pt x="807565" y="19589"/>
                </a:lnTo>
                <a:lnTo>
                  <a:pt x="697925" y="8060"/>
                </a:lnTo>
                <a:lnTo>
                  <a:pt x="613754" y="2717"/>
                </a:lnTo>
                <a:lnTo>
                  <a:pt x="568344" y="1311"/>
                </a:lnTo>
                <a:lnTo>
                  <a:pt x="473022" y="0"/>
                </a:lnTo>
                <a:close/>
              </a:path>
            </a:pathLst>
          </a:custGeom>
          <a:solidFill>
            <a:srgbClr val="FF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3"/>
          <p:cNvSpPr/>
          <p:nvPr/>
        </p:nvSpPr>
        <p:spPr>
          <a:xfrm>
            <a:off x="7455493" y="1533071"/>
            <a:ext cx="65405" cy="645160"/>
          </a:xfrm>
          <a:custGeom>
            <a:avLst/>
            <a:gdLst/>
            <a:ahLst/>
            <a:cxnLst/>
            <a:rect l="l" t="t" r="r" b="b"/>
            <a:pathLst>
              <a:path w="65404" h="645160">
                <a:moveTo>
                  <a:pt x="0" y="645159"/>
                </a:moveTo>
                <a:lnTo>
                  <a:pt x="65354" y="645159"/>
                </a:lnTo>
                <a:lnTo>
                  <a:pt x="65354" y="0"/>
                </a:lnTo>
                <a:lnTo>
                  <a:pt x="0" y="0"/>
                </a:lnTo>
                <a:lnTo>
                  <a:pt x="0" y="6451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4"/>
          <p:cNvSpPr/>
          <p:nvPr/>
        </p:nvSpPr>
        <p:spPr>
          <a:xfrm>
            <a:off x="7520847" y="2176960"/>
            <a:ext cx="15240" cy="1270"/>
          </a:xfrm>
          <a:custGeom>
            <a:avLst/>
            <a:gdLst/>
            <a:ahLst/>
            <a:cxnLst/>
            <a:rect l="l" t="t" r="r" b="b"/>
            <a:pathLst>
              <a:path w="15239" h="1269">
                <a:moveTo>
                  <a:pt x="0" y="1269"/>
                </a:moveTo>
                <a:lnTo>
                  <a:pt x="14800" y="1269"/>
                </a:lnTo>
                <a:lnTo>
                  <a:pt x="14800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5"/>
          <p:cNvSpPr/>
          <p:nvPr/>
        </p:nvSpPr>
        <p:spPr>
          <a:xfrm>
            <a:off x="7520847" y="2175691"/>
            <a:ext cx="47625" cy="1270"/>
          </a:xfrm>
          <a:custGeom>
            <a:avLst/>
            <a:gdLst/>
            <a:ahLst/>
            <a:cxnLst/>
            <a:rect l="l" t="t" r="r" b="b"/>
            <a:pathLst>
              <a:path w="47625" h="1269">
                <a:moveTo>
                  <a:pt x="0" y="1270"/>
                </a:moveTo>
                <a:lnTo>
                  <a:pt x="47264" y="1270"/>
                </a:lnTo>
                <a:lnTo>
                  <a:pt x="4726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6"/>
          <p:cNvSpPr/>
          <p:nvPr/>
        </p:nvSpPr>
        <p:spPr>
          <a:xfrm>
            <a:off x="7520847" y="1533071"/>
            <a:ext cx="33655" cy="642620"/>
          </a:xfrm>
          <a:custGeom>
            <a:avLst/>
            <a:gdLst/>
            <a:ahLst/>
            <a:cxnLst/>
            <a:rect l="l" t="t" r="r" b="b"/>
            <a:pathLst>
              <a:path w="33654" h="642619">
                <a:moveTo>
                  <a:pt x="0" y="642619"/>
                </a:moveTo>
                <a:lnTo>
                  <a:pt x="33239" y="642619"/>
                </a:lnTo>
                <a:lnTo>
                  <a:pt x="33239" y="0"/>
                </a:lnTo>
                <a:lnTo>
                  <a:pt x="0" y="0"/>
                </a:lnTo>
                <a:lnTo>
                  <a:pt x="0" y="642619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7"/>
          <p:cNvSpPr/>
          <p:nvPr/>
        </p:nvSpPr>
        <p:spPr>
          <a:xfrm>
            <a:off x="7554087" y="2175691"/>
            <a:ext cx="14604" cy="1270"/>
          </a:xfrm>
          <a:custGeom>
            <a:avLst/>
            <a:gdLst/>
            <a:ahLst/>
            <a:cxnLst/>
            <a:rect l="l" t="t" r="r" b="b"/>
            <a:pathLst>
              <a:path w="14604" h="1269">
                <a:moveTo>
                  <a:pt x="0" y="1270"/>
                </a:moveTo>
                <a:lnTo>
                  <a:pt x="14024" y="1270"/>
                </a:lnTo>
                <a:lnTo>
                  <a:pt x="1402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8"/>
          <p:cNvSpPr/>
          <p:nvPr/>
        </p:nvSpPr>
        <p:spPr>
          <a:xfrm>
            <a:off x="7554087" y="2174421"/>
            <a:ext cx="38735" cy="1270"/>
          </a:xfrm>
          <a:custGeom>
            <a:avLst/>
            <a:gdLst/>
            <a:ahLst/>
            <a:cxnLst/>
            <a:rect l="l" t="t" r="r" b="b"/>
            <a:pathLst>
              <a:path w="38735" h="1269">
                <a:moveTo>
                  <a:pt x="0" y="1269"/>
                </a:moveTo>
                <a:lnTo>
                  <a:pt x="38540" y="1269"/>
                </a:lnTo>
                <a:lnTo>
                  <a:pt x="38540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9"/>
          <p:cNvSpPr/>
          <p:nvPr/>
        </p:nvSpPr>
        <p:spPr>
          <a:xfrm>
            <a:off x="7554087" y="2173150"/>
            <a:ext cx="62230" cy="1270"/>
          </a:xfrm>
          <a:custGeom>
            <a:avLst/>
            <a:gdLst/>
            <a:ahLst/>
            <a:cxnLst/>
            <a:rect l="l" t="t" r="r" b="b"/>
            <a:pathLst>
              <a:path w="62229" h="1269">
                <a:moveTo>
                  <a:pt x="0" y="1270"/>
                </a:moveTo>
                <a:lnTo>
                  <a:pt x="61728" y="1270"/>
                </a:lnTo>
                <a:lnTo>
                  <a:pt x="61728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0"/>
          <p:cNvSpPr/>
          <p:nvPr/>
        </p:nvSpPr>
        <p:spPr>
          <a:xfrm>
            <a:off x="7554087" y="1533071"/>
            <a:ext cx="66675" cy="640080"/>
          </a:xfrm>
          <a:custGeom>
            <a:avLst/>
            <a:gdLst/>
            <a:ahLst/>
            <a:cxnLst/>
            <a:rect l="l" t="t" r="r" b="b"/>
            <a:pathLst>
              <a:path w="66675" h="640080">
                <a:moveTo>
                  <a:pt x="0" y="640079"/>
                </a:moveTo>
                <a:lnTo>
                  <a:pt x="66479" y="640079"/>
                </a:lnTo>
                <a:lnTo>
                  <a:pt x="66479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1"/>
          <p:cNvSpPr/>
          <p:nvPr/>
        </p:nvSpPr>
        <p:spPr>
          <a:xfrm>
            <a:off x="7586302" y="1533290"/>
            <a:ext cx="67945" cy="642620"/>
          </a:xfrm>
          <a:custGeom>
            <a:avLst/>
            <a:gdLst/>
            <a:ahLst/>
            <a:cxnLst/>
            <a:rect l="l" t="t" r="r" b="b"/>
            <a:pathLst>
              <a:path w="67945" h="642619">
                <a:moveTo>
                  <a:pt x="67501" y="0"/>
                </a:moveTo>
                <a:lnTo>
                  <a:pt x="0" y="0"/>
                </a:lnTo>
                <a:lnTo>
                  <a:pt x="0" y="642156"/>
                </a:lnTo>
                <a:lnTo>
                  <a:pt x="17693" y="640750"/>
                </a:lnTo>
                <a:lnTo>
                  <a:pt x="26489" y="640750"/>
                </a:lnTo>
                <a:lnTo>
                  <a:pt x="34263" y="640093"/>
                </a:lnTo>
                <a:lnTo>
                  <a:pt x="43160" y="639437"/>
                </a:lnTo>
                <a:lnTo>
                  <a:pt x="67501" y="637376"/>
                </a:lnTo>
                <a:lnTo>
                  <a:pt x="67501" y="0"/>
                </a:lnTo>
                <a:close/>
              </a:path>
            </a:pathLst>
          </a:custGeom>
          <a:solidFill>
            <a:srgbClr val="FFEF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2"/>
          <p:cNvSpPr/>
          <p:nvPr/>
        </p:nvSpPr>
        <p:spPr>
          <a:xfrm>
            <a:off x="7619441" y="1533290"/>
            <a:ext cx="67945" cy="640715"/>
          </a:xfrm>
          <a:custGeom>
            <a:avLst/>
            <a:gdLst/>
            <a:ahLst/>
            <a:cxnLst/>
            <a:rect l="l" t="t" r="r" b="b"/>
            <a:pathLst>
              <a:path w="67945" h="640714">
                <a:moveTo>
                  <a:pt x="67603" y="0"/>
                </a:moveTo>
                <a:lnTo>
                  <a:pt x="0" y="0"/>
                </a:lnTo>
                <a:lnTo>
                  <a:pt x="0" y="640093"/>
                </a:lnTo>
                <a:lnTo>
                  <a:pt x="17795" y="638782"/>
                </a:lnTo>
                <a:lnTo>
                  <a:pt x="34363" y="637376"/>
                </a:lnTo>
                <a:lnTo>
                  <a:pt x="43262" y="636719"/>
                </a:lnTo>
                <a:lnTo>
                  <a:pt x="59830" y="635407"/>
                </a:lnTo>
                <a:lnTo>
                  <a:pt x="67603" y="634657"/>
                </a:lnTo>
                <a:lnTo>
                  <a:pt x="67603" y="0"/>
                </a:lnTo>
                <a:close/>
              </a:path>
            </a:pathLst>
          </a:custGeom>
          <a:solidFill>
            <a:srgbClr val="FFEA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3"/>
          <p:cNvSpPr/>
          <p:nvPr/>
        </p:nvSpPr>
        <p:spPr>
          <a:xfrm>
            <a:off x="7652681" y="1533290"/>
            <a:ext cx="66675" cy="637540"/>
          </a:xfrm>
          <a:custGeom>
            <a:avLst/>
            <a:gdLst/>
            <a:ahLst/>
            <a:cxnLst/>
            <a:rect l="l" t="t" r="r" b="b"/>
            <a:pathLst>
              <a:path w="66675" h="637539">
                <a:moveTo>
                  <a:pt x="66478" y="0"/>
                </a:moveTo>
                <a:lnTo>
                  <a:pt x="0" y="0"/>
                </a:lnTo>
                <a:lnTo>
                  <a:pt x="0" y="637376"/>
                </a:lnTo>
                <a:lnTo>
                  <a:pt x="26591" y="635407"/>
                </a:lnTo>
                <a:lnTo>
                  <a:pt x="35488" y="634001"/>
                </a:lnTo>
                <a:lnTo>
                  <a:pt x="51034" y="632688"/>
                </a:lnTo>
                <a:lnTo>
                  <a:pt x="58705" y="631282"/>
                </a:lnTo>
                <a:lnTo>
                  <a:pt x="66478" y="630627"/>
                </a:lnTo>
                <a:lnTo>
                  <a:pt x="66478" y="0"/>
                </a:lnTo>
                <a:close/>
              </a:path>
            </a:pathLst>
          </a:custGeom>
          <a:solidFill>
            <a:srgbClr val="FFE2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4"/>
          <p:cNvSpPr/>
          <p:nvPr/>
        </p:nvSpPr>
        <p:spPr>
          <a:xfrm>
            <a:off x="7685919" y="1533290"/>
            <a:ext cx="66675" cy="635000"/>
          </a:xfrm>
          <a:custGeom>
            <a:avLst/>
            <a:gdLst/>
            <a:ahLst/>
            <a:cxnLst/>
            <a:rect l="l" t="t" r="r" b="b"/>
            <a:pathLst>
              <a:path w="66675" h="635000">
                <a:moveTo>
                  <a:pt x="66479" y="0"/>
                </a:moveTo>
                <a:lnTo>
                  <a:pt x="0" y="0"/>
                </a:lnTo>
                <a:lnTo>
                  <a:pt x="0" y="634657"/>
                </a:lnTo>
                <a:lnTo>
                  <a:pt x="8898" y="633345"/>
                </a:lnTo>
                <a:lnTo>
                  <a:pt x="17796" y="632688"/>
                </a:lnTo>
                <a:lnTo>
                  <a:pt x="26592" y="631282"/>
                </a:lnTo>
                <a:lnTo>
                  <a:pt x="35490" y="630627"/>
                </a:lnTo>
                <a:lnTo>
                  <a:pt x="43262" y="629314"/>
                </a:lnTo>
                <a:lnTo>
                  <a:pt x="51036" y="628658"/>
                </a:lnTo>
                <a:lnTo>
                  <a:pt x="58705" y="627253"/>
                </a:lnTo>
                <a:lnTo>
                  <a:pt x="66479" y="626596"/>
                </a:lnTo>
                <a:lnTo>
                  <a:pt x="66479" y="0"/>
                </a:lnTo>
                <a:close/>
              </a:path>
            </a:pathLst>
          </a:custGeom>
          <a:solidFill>
            <a:srgbClr val="FFDD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5"/>
          <p:cNvSpPr/>
          <p:nvPr/>
        </p:nvSpPr>
        <p:spPr>
          <a:xfrm>
            <a:off x="7719159" y="1533290"/>
            <a:ext cx="66675" cy="631190"/>
          </a:xfrm>
          <a:custGeom>
            <a:avLst/>
            <a:gdLst/>
            <a:ahLst/>
            <a:cxnLst/>
            <a:rect l="l" t="t" r="r" b="b"/>
            <a:pathLst>
              <a:path w="66675" h="631189">
                <a:moveTo>
                  <a:pt x="66479" y="0"/>
                </a:moveTo>
                <a:lnTo>
                  <a:pt x="0" y="0"/>
                </a:lnTo>
                <a:lnTo>
                  <a:pt x="0" y="630627"/>
                </a:lnTo>
                <a:lnTo>
                  <a:pt x="8897" y="629314"/>
                </a:lnTo>
                <a:lnTo>
                  <a:pt x="17796" y="628658"/>
                </a:lnTo>
                <a:lnTo>
                  <a:pt x="26591" y="627253"/>
                </a:lnTo>
                <a:lnTo>
                  <a:pt x="35490" y="625941"/>
                </a:lnTo>
                <a:lnTo>
                  <a:pt x="43262" y="625284"/>
                </a:lnTo>
                <a:lnTo>
                  <a:pt x="66479" y="621159"/>
                </a:lnTo>
                <a:lnTo>
                  <a:pt x="66479" y="0"/>
                </a:lnTo>
                <a:close/>
              </a:path>
            </a:pathLst>
          </a:custGeom>
          <a:solidFill>
            <a:srgbClr val="FFD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6"/>
          <p:cNvSpPr/>
          <p:nvPr/>
        </p:nvSpPr>
        <p:spPr>
          <a:xfrm>
            <a:off x="7752398" y="1533290"/>
            <a:ext cx="66675" cy="626745"/>
          </a:xfrm>
          <a:custGeom>
            <a:avLst/>
            <a:gdLst/>
            <a:ahLst/>
            <a:cxnLst/>
            <a:rect l="l" t="t" r="r" b="b"/>
            <a:pathLst>
              <a:path w="66675" h="626744">
                <a:moveTo>
                  <a:pt x="66478" y="0"/>
                </a:moveTo>
                <a:lnTo>
                  <a:pt x="0" y="0"/>
                </a:lnTo>
                <a:lnTo>
                  <a:pt x="0" y="626596"/>
                </a:lnTo>
                <a:lnTo>
                  <a:pt x="27716" y="622566"/>
                </a:lnTo>
                <a:lnTo>
                  <a:pt x="35488" y="620504"/>
                </a:lnTo>
                <a:lnTo>
                  <a:pt x="44284" y="619192"/>
                </a:lnTo>
                <a:lnTo>
                  <a:pt x="52058" y="617786"/>
                </a:lnTo>
                <a:lnTo>
                  <a:pt x="58705" y="615817"/>
                </a:lnTo>
                <a:lnTo>
                  <a:pt x="66478" y="614412"/>
                </a:lnTo>
                <a:lnTo>
                  <a:pt x="66478" y="0"/>
                </a:lnTo>
                <a:close/>
              </a:path>
            </a:pathLst>
          </a:custGeom>
          <a:solidFill>
            <a:srgbClr val="FFD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7"/>
          <p:cNvSpPr/>
          <p:nvPr/>
        </p:nvSpPr>
        <p:spPr>
          <a:xfrm>
            <a:off x="7785638" y="1533290"/>
            <a:ext cx="66675" cy="621665"/>
          </a:xfrm>
          <a:custGeom>
            <a:avLst/>
            <a:gdLst/>
            <a:ahLst/>
            <a:cxnLst/>
            <a:rect l="l" t="t" r="r" b="b"/>
            <a:pathLst>
              <a:path w="66675" h="621664">
                <a:moveTo>
                  <a:pt x="66478" y="0"/>
                </a:moveTo>
                <a:lnTo>
                  <a:pt x="0" y="0"/>
                </a:lnTo>
                <a:lnTo>
                  <a:pt x="0" y="621159"/>
                </a:lnTo>
                <a:lnTo>
                  <a:pt x="10022" y="619192"/>
                </a:lnTo>
                <a:lnTo>
                  <a:pt x="19942" y="617786"/>
                </a:lnTo>
                <a:lnTo>
                  <a:pt x="59830" y="607006"/>
                </a:lnTo>
                <a:lnTo>
                  <a:pt x="66478" y="605038"/>
                </a:lnTo>
                <a:lnTo>
                  <a:pt x="66478" y="0"/>
                </a:lnTo>
                <a:close/>
              </a:path>
            </a:pathLst>
          </a:custGeom>
          <a:solidFill>
            <a:srgbClr val="FFCE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8"/>
          <p:cNvSpPr/>
          <p:nvPr/>
        </p:nvSpPr>
        <p:spPr>
          <a:xfrm>
            <a:off x="7818876" y="1533290"/>
            <a:ext cx="66675" cy="614680"/>
          </a:xfrm>
          <a:custGeom>
            <a:avLst/>
            <a:gdLst/>
            <a:ahLst/>
            <a:cxnLst/>
            <a:rect l="l" t="t" r="r" b="b"/>
            <a:pathLst>
              <a:path w="66675" h="614680">
                <a:moveTo>
                  <a:pt x="66479" y="0"/>
                </a:moveTo>
                <a:lnTo>
                  <a:pt x="0" y="0"/>
                </a:lnTo>
                <a:lnTo>
                  <a:pt x="0" y="614412"/>
                </a:lnTo>
                <a:lnTo>
                  <a:pt x="39888" y="602320"/>
                </a:lnTo>
                <a:lnTo>
                  <a:pt x="66479" y="580668"/>
                </a:lnTo>
                <a:lnTo>
                  <a:pt x="66479" y="0"/>
                </a:lnTo>
                <a:close/>
              </a:path>
            </a:pathLst>
          </a:custGeom>
          <a:solidFill>
            <a:srgbClr val="FFC9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49"/>
          <p:cNvSpPr/>
          <p:nvPr/>
        </p:nvSpPr>
        <p:spPr>
          <a:xfrm>
            <a:off x="7421230" y="1533290"/>
            <a:ext cx="66675" cy="647065"/>
          </a:xfrm>
          <a:custGeom>
            <a:avLst/>
            <a:gdLst/>
            <a:ahLst/>
            <a:cxnLst/>
            <a:rect l="l" t="t" r="r" b="b"/>
            <a:pathLst>
              <a:path w="66675" h="647064">
                <a:moveTo>
                  <a:pt x="66479" y="0"/>
                </a:moveTo>
                <a:lnTo>
                  <a:pt x="0" y="0"/>
                </a:lnTo>
                <a:lnTo>
                  <a:pt x="0" y="646842"/>
                </a:lnTo>
                <a:lnTo>
                  <a:pt x="50933" y="646842"/>
                </a:lnTo>
                <a:lnTo>
                  <a:pt x="58707" y="646186"/>
                </a:lnTo>
                <a:lnTo>
                  <a:pt x="66479" y="646186"/>
                </a:lnTo>
                <a:lnTo>
                  <a:pt x="664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0"/>
          <p:cNvSpPr/>
          <p:nvPr/>
        </p:nvSpPr>
        <p:spPr>
          <a:xfrm>
            <a:off x="7421231" y="1533290"/>
            <a:ext cx="0" cy="647065"/>
          </a:xfrm>
          <a:custGeom>
            <a:avLst/>
            <a:gdLst/>
            <a:ahLst/>
            <a:cxnLst/>
            <a:rect l="l" t="t" r="r" b="b"/>
            <a:pathLst>
              <a:path h="647064">
                <a:moveTo>
                  <a:pt x="0" y="0"/>
                </a:moveTo>
                <a:lnTo>
                  <a:pt x="0" y="646842"/>
                </a:lnTo>
              </a:path>
            </a:pathLst>
          </a:custGeom>
          <a:ln w="66478">
            <a:solidFill>
              <a:srgbClr val="FFF7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1"/>
          <p:cNvSpPr/>
          <p:nvPr/>
        </p:nvSpPr>
        <p:spPr>
          <a:xfrm>
            <a:off x="7354752" y="1533290"/>
            <a:ext cx="66675" cy="647065"/>
          </a:xfrm>
          <a:custGeom>
            <a:avLst/>
            <a:gdLst/>
            <a:ahLst/>
            <a:cxnLst/>
            <a:rect l="l" t="t" r="r" b="b"/>
            <a:pathLst>
              <a:path w="66675" h="647064">
                <a:moveTo>
                  <a:pt x="66478" y="0"/>
                </a:moveTo>
                <a:lnTo>
                  <a:pt x="0" y="0"/>
                </a:lnTo>
                <a:lnTo>
                  <a:pt x="0" y="646186"/>
                </a:lnTo>
                <a:lnTo>
                  <a:pt x="6647" y="646186"/>
                </a:lnTo>
                <a:lnTo>
                  <a:pt x="14420" y="646842"/>
                </a:lnTo>
                <a:lnTo>
                  <a:pt x="66478" y="646842"/>
                </a:lnTo>
                <a:lnTo>
                  <a:pt x="66478" y="0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2"/>
          <p:cNvSpPr/>
          <p:nvPr/>
        </p:nvSpPr>
        <p:spPr>
          <a:xfrm>
            <a:off x="7330836" y="2178231"/>
            <a:ext cx="57150" cy="1270"/>
          </a:xfrm>
          <a:custGeom>
            <a:avLst/>
            <a:gdLst/>
            <a:ahLst/>
            <a:cxnLst/>
            <a:rect l="l" t="t" r="r" b="b"/>
            <a:pathLst>
              <a:path w="57150" h="1269">
                <a:moveTo>
                  <a:pt x="0" y="1270"/>
                </a:moveTo>
                <a:lnTo>
                  <a:pt x="57156" y="1270"/>
                </a:lnTo>
                <a:lnTo>
                  <a:pt x="57156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3"/>
          <p:cNvSpPr/>
          <p:nvPr/>
        </p:nvSpPr>
        <p:spPr>
          <a:xfrm>
            <a:off x="7354752" y="1533071"/>
            <a:ext cx="33655" cy="645160"/>
          </a:xfrm>
          <a:custGeom>
            <a:avLst/>
            <a:gdLst/>
            <a:ahLst/>
            <a:cxnLst/>
            <a:rect l="l" t="t" r="r" b="b"/>
            <a:pathLst>
              <a:path w="33654" h="645160">
                <a:moveTo>
                  <a:pt x="0" y="645159"/>
                </a:moveTo>
                <a:lnTo>
                  <a:pt x="33239" y="645159"/>
                </a:lnTo>
                <a:lnTo>
                  <a:pt x="33239" y="0"/>
                </a:lnTo>
                <a:lnTo>
                  <a:pt x="0" y="0"/>
                </a:lnTo>
                <a:lnTo>
                  <a:pt x="0" y="645159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4"/>
          <p:cNvSpPr/>
          <p:nvPr/>
        </p:nvSpPr>
        <p:spPr>
          <a:xfrm>
            <a:off x="7320991" y="1533071"/>
            <a:ext cx="34290" cy="646430"/>
          </a:xfrm>
          <a:custGeom>
            <a:avLst/>
            <a:gdLst/>
            <a:ahLst/>
            <a:cxnLst/>
            <a:rect l="l" t="t" r="r" b="b"/>
            <a:pathLst>
              <a:path w="34289" h="646430">
                <a:moveTo>
                  <a:pt x="0" y="646429"/>
                </a:moveTo>
                <a:lnTo>
                  <a:pt x="33761" y="646429"/>
                </a:lnTo>
                <a:lnTo>
                  <a:pt x="33761" y="0"/>
                </a:lnTo>
                <a:lnTo>
                  <a:pt x="0" y="0"/>
                </a:lnTo>
                <a:lnTo>
                  <a:pt x="0" y="646429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5"/>
          <p:cNvSpPr/>
          <p:nvPr/>
        </p:nvSpPr>
        <p:spPr>
          <a:xfrm>
            <a:off x="7257679" y="2175691"/>
            <a:ext cx="64135" cy="1270"/>
          </a:xfrm>
          <a:custGeom>
            <a:avLst/>
            <a:gdLst/>
            <a:ahLst/>
            <a:cxnLst/>
            <a:rect l="l" t="t" r="r" b="b"/>
            <a:pathLst>
              <a:path w="64135" h="1269">
                <a:moveTo>
                  <a:pt x="0" y="1270"/>
                </a:moveTo>
                <a:lnTo>
                  <a:pt x="63833" y="1270"/>
                </a:lnTo>
                <a:lnTo>
                  <a:pt x="63833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6"/>
          <p:cNvSpPr/>
          <p:nvPr/>
        </p:nvSpPr>
        <p:spPr>
          <a:xfrm>
            <a:off x="7288273" y="1533071"/>
            <a:ext cx="33655" cy="645160"/>
          </a:xfrm>
          <a:custGeom>
            <a:avLst/>
            <a:gdLst/>
            <a:ahLst/>
            <a:cxnLst/>
            <a:rect l="l" t="t" r="r" b="b"/>
            <a:pathLst>
              <a:path w="33654" h="645160">
                <a:moveTo>
                  <a:pt x="0" y="645159"/>
                </a:moveTo>
                <a:lnTo>
                  <a:pt x="33239" y="645159"/>
                </a:lnTo>
                <a:lnTo>
                  <a:pt x="33239" y="0"/>
                </a:lnTo>
                <a:lnTo>
                  <a:pt x="0" y="0"/>
                </a:lnTo>
                <a:lnTo>
                  <a:pt x="0" y="64515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57"/>
          <p:cNvSpPr/>
          <p:nvPr/>
        </p:nvSpPr>
        <p:spPr>
          <a:xfrm>
            <a:off x="7281517" y="2176960"/>
            <a:ext cx="6985" cy="1270"/>
          </a:xfrm>
          <a:custGeom>
            <a:avLst/>
            <a:gdLst/>
            <a:ahLst/>
            <a:cxnLst/>
            <a:rect l="l" t="t" r="r" b="b"/>
            <a:pathLst>
              <a:path w="6985" h="1269">
                <a:moveTo>
                  <a:pt x="0" y="1269"/>
                </a:moveTo>
                <a:lnTo>
                  <a:pt x="6756" y="1269"/>
                </a:lnTo>
                <a:lnTo>
                  <a:pt x="6756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58"/>
          <p:cNvSpPr/>
          <p:nvPr/>
        </p:nvSpPr>
        <p:spPr>
          <a:xfrm>
            <a:off x="7256938" y="2175691"/>
            <a:ext cx="31750" cy="1270"/>
          </a:xfrm>
          <a:custGeom>
            <a:avLst/>
            <a:gdLst/>
            <a:ahLst/>
            <a:cxnLst/>
            <a:rect l="l" t="t" r="r" b="b"/>
            <a:pathLst>
              <a:path w="31750" h="1269">
                <a:moveTo>
                  <a:pt x="0" y="1270"/>
                </a:moveTo>
                <a:lnTo>
                  <a:pt x="31334" y="1270"/>
                </a:lnTo>
                <a:lnTo>
                  <a:pt x="3133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9"/>
          <p:cNvSpPr/>
          <p:nvPr/>
        </p:nvSpPr>
        <p:spPr>
          <a:xfrm>
            <a:off x="7224266" y="2174421"/>
            <a:ext cx="64135" cy="1270"/>
          </a:xfrm>
          <a:custGeom>
            <a:avLst/>
            <a:gdLst/>
            <a:ahLst/>
            <a:cxnLst/>
            <a:rect l="l" t="t" r="r" b="b"/>
            <a:pathLst>
              <a:path w="64135" h="1269">
                <a:moveTo>
                  <a:pt x="0" y="1269"/>
                </a:moveTo>
                <a:lnTo>
                  <a:pt x="64006" y="1269"/>
                </a:lnTo>
                <a:lnTo>
                  <a:pt x="64006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0"/>
          <p:cNvSpPr/>
          <p:nvPr/>
        </p:nvSpPr>
        <p:spPr>
          <a:xfrm>
            <a:off x="7220670" y="1533071"/>
            <a:ext cx="67945" cy="641350"/>
          </a:xfrm>
          <a:custGeom>
            <a:avLst/>
            <a:gdLst/>
            <a:ahLst/>
            <a:cxnLst/>
            <a:rect l="l" t="t" r="r" b="b"/>
            <a:pathLst>
              <a:path w="67945" h="641350">
                <a:moveTo>
                  <a:pt x="0" y="641350"/>
                </a:moveTo>
                <a:lnTo>
                  <a:pt x="67603" y="641350"/>
                </a:lnTo>
                <a:lnTo>
                  <a:pt x="67603" y="0"/>
                </a:lnTo>
                <a:lnTo>
                  <a:pt x="0" y="0"/>
                </a:lnTo>
                <a:lnTo>
                  <a:pt x="0" y="64135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1"/>
          <p:cNvSpPr/>
          <p:nvPr/>
        </p:nvSpPr>
        <p:spPr>
          <a:xfrm>
            <a:off x="7187430" y="1533290"/>
            <a:ext cx="67945" cy="643255"/>
          </a:xfrm>
          <a:custGeom>
            <a:avLst/>
            <a:gdLst/>
            <a:ahLst/>
            <a:cxnLst/>
            <a:rect l="l" t="t" r="r" b="b"/>
            <a:pathLst>
              <a:path w="67945" h="643255">
                <a:moveTo>
                  <a:pt x="67603" y="0"/>
                </a:moveTo>
                <a:lnTo>
                  <a:pt x="0" y="0"/>
                </a:lnTo>
                <a:lnTo>
                  <a:pt x="0" y="638782"/>
                </a:lnTo>
                <a:lnTo>
                  <a:pt x="25466" y="640750"/>
                </a:lnTo>
                <a:lnTo>
                  <a:pt x="33239" y="641499"/>
                </a:lnTo>
                <a:lnTo>
                  <a:pt x="42137" y="641499"/>
                </a:lnTo>
                <a:lnTo>
                  <a:pt x="58705" y="642811"/>
                </a:lnTo>
                <a:lnTo>
                  <a:pt x="67603" y="642811"/>
                </a:lnTo>
                <a:lnTo>
                  <a:pt x="67603" y="0"/>
                </a:lnTo>
                <a:close/>
              </a:path>
            </a:pathLst>
          </a:custGeom>
          <a:solidFill>
            <a:srgbClr val="FFE5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2"/>
          <p:cNvSpPr/>
          <p:nvPr/>
        </p:nvSpPr>
        <p:spPr>
          <a:xfrm>
            <a:off x="7154190" y="1533290"/>
            <a:ext cx="66675" cy="641985"/>
          </a:xfrm>
          <a:custGeom>
            <a:avLst/>
            <a:gdLst/>
            <a:ahLst/>
            <a:cxnLst/>
            <a:rect l="l" t="t" r="r" b="b"/>
            <a:pathLst>
              <a:path w="66675" h="641985">
                <a:moveTo>
                  <a:pt x="66479" y="0"/>
                </a:moveTo>
                <a:lnTo>
                  <a:pt x="0" y="0"/>
                </a:lnTo>
                <a:lnTo>
                  <a:pt x="0" y="636062"/>
                </a:lnTo>
                <a:lnTo>
                  <a:pt x="15546" y="637376"/>
                </a:lnTo>
                <a:lnTo>
                  <a:pt x="24443" y="638031"/>
                </a:lnTo>
                <a:lnTo>
                  <a:pt x="32114" y="638782"/>
                </a:lnTo>
                <a:lnTo>
                  <a:pt x="41012" y="639437"/>
                </a:lnTo>
                <a:lnTo>
                  <a:pt x="48785" y="640093"/>
                </a:lnTo>
                <a:lnTo>
                  <a:pt x="57683" y="640750"/>
                </a:lnTo>
                <a:lnTo>
                  <a:pt x="66479" y="641499"/>
                </a:lnTo>
                <a:lnTo>
                  <a:pt x="66479" y="0"/>
                </a:lnTo>
                <a:close/>
              </a:path>
            </a:pathLst>
          </a:custGeom>
          <a:solidFill>
            <a:srgbClr val="FFE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3"/>
          <p:cNvSpPr/>
          <p:nvPr/>
        </p:nvSpPr>
        <p:spPr>
          <a:xfrm>
            <a:off x="7120951" y="1533290"/>
            <a:ext cx="66675" cy="638810"/>
          </a:xfrm>
          <a:custGeom>
            <a:avLst/>
            <a:gdLst/>
            <a:ahLst/>
            <a:cxnLst/>
            <a:rect l="l" t="t" r="r" b="b"/>
            <a:pathLst>
              <a:path w="66675" h="638810">
                <a:moveTo>
                  <a:pt x="66479" y="0"/>
                </a:moveTo>
                <a:lnTo>
                  <a:pt x="0" y="0"/>
                </a:lnTo>
                <a:lnTo>
                  <a:pt x="0" y="632688"/>
                </a:lnTo>
                <a:lnTo>
                  <a:pt x="7773" y="633345"/>
                </a:lnTo>
                <a:lnTo>
                  <a:pt x="15546" y="634657"/>
                </a:lnTo>
                <a:lnTo>
                  <a:pt x="32114" y="636062"/>
                </a:lnTo>
                <a:lnTo>
                  <a:pt x="41013" y="636719"/>
                </a:lnTo>
                <a:lnTo>
                  <a:pt x="48785" y="637376"/>
                </a:lnTo>
                <a:lnTo>
                  <a:pt x="57683" y="638031"/>
                </a:lnTo>
                <a:lnTo>
                  <a:pt x="66479" y="638782"/>
                </a:lnTo>
                <a:lnTo>
                  <a:pt x="66479" y="0"/>
                </a:lnTo>
                <a:close/>
              </a:path>
            </a:pathLst>
          </a:custGeom>
          <a:solidFill>
            <a:srgbClr val="FFDD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4"/>
          <p:cNvSpPr/>
          <p:nvPr/>
        </p:nvSpPr>
        <p:spPr>
          <a:xfrm>
            <a:off x="7087712" y="1533290"/>
            <a:ext cx="66675" cy="636270"/>
          </a:xfrm>
          <a:custGeom>
            <a:avLst/>
            <a:gdLst/>
            <a:ahLst/>
            <a:cxnLst/>
            <a:rect l="l" t="t" r="r" b="b"/>
            <a:pathLst>
              <a:path w="66675" h="636269">
                <a:moveTo>
                  <a:pt x="66478" y="0"/>
                </a:moveTo>
                <a:lnTo>
                  <a:pt x="0" y="0"/>
                </a:lnTo>
                <a:lnTo>
                  <a:pt x="0" y="628658"/>
                </a:lnTo>
                <a:lnTo>
                  <a:pt x="7772" y="629314"/>
                </a:lnTo>
                <a:lnTo>
                  <a:pt x="15544" y="630627"/>
                </a:lnTo>
                <a:lnTo>
                  <a:pt x="23318" y="631282"/>
                </a:lnTo>
                <a:lnTo>
                  <a:pt x="32216" y="632688"/>
                </a:lnTo>
                <a:lnTo>
                  <a:pt x="41012" y="633345"/>
                </a:lnTo>
                <a:lnTo>
                  <a:pt x="48784" y="634657"/>
                </a:lnTo>
                <a:lnTo>
                  <a:pt x="66478" y="636062"/>
                </a:lnTo>
                <a:lnTo>
                  <a:pt x="66478" y="0"/>
                </a:lnTo>
                <a:close/>
              </a:path>
            </a:pathLst>
          </a:custGeom>
          <a:solidFill>
            <a:srgbClr val="FFD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5"/>
          <p:cNvSpPr/>
          <p:nvPr/>
        </p:nvSpPr>
        <p:spPr>
          <a:xfrm>
            <a:off x="7054472" y="1533290"/>
            <a:ext cx="66675" cy="633095"/>
          </a:xfrm>
          <a:custGeom>
            <a:avLst/>
            <a:gdLst/>
            <a:ahLst/>
            <a:cxnLst/>
            <a:rect l="l" t="t" r="r" b="b"/>
            <a:pathLst>
              <a:path w="66675" h="633094">
                <a:moveTo>
                  <a:pt x="66478" y="0"/>
                </a:moveTo>
                <a:lnTo>
                  <a:pt x="0" y="0"/>
                </a:lnTo>
                <a:lnTo>
                  <a:pt x="0" y="623878"/>
                </a:lnTo>
                <a:lnTo>
                  <a:pt x="7772" y="625284"/>
                </a:lnTo>
                <a:lnTo>
                  <a:pt x="15546" y="626596"/>
                </a:lnTo>
                <a:lnTo>
                  <a:pt x="23318" y="627253"/>
                </a:lnTo>
                <a:lnTo>
                  <a:pt x="32216" y="628658"/>
                </a:lnTo>
                <a:lnTo>
                  <a:pt x="39886" y="629314"/>
                </a:lnTo>
                <a:lnTo>
                  <a:pt x="48784" y="630627"/>
                </a:lnTo>
                <a:lnTo>
                  <a:pt x="57683" y="631282"/>
                </a:lnTo>
                <a:lnTo>
                  <a:pt x="66478" y="632688"/>
                </a:lnTo>
                <a:lnTo>
                  <a:pt x="66478" y="0"/>
                </a:lnTo>
                <a:close/>
              </a:path>
            </a:pathLst>
          </a:custGeom>
          <a:solidFill>
            <a:srgbClr val="FFD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6"/>
          <p:cNvSpPr/>
          <p:nvPr/>
        </p:nvSpPr>
        <p:spPr>
          <a:xfrm>
            <a:off x="7021335" y="1533290"/>
            <a:ext cx="66675" cy="629285"/>
          </a:xfrm>
          <a:custGeom>
            <a:avLst/>
            <a:gdLst/>
            <a:ahLst/>
            <a:cxnLst/>
            <a:rect l="l" t="t" r="r" b="b"/>
            <a:pathLst>
              <a:path w="66675" h="629285">
                <a:moveTo>
                  <a:pt x="66376" y="0"/>
                </a:moveTo>
                <a:lnTo>
                  <a:pt x="0" y="0"/>
                </a:lnTo>
                <a:lnTo>
                  <a:pt x="0" y="617786"/>
                </a:lnTo>
                <a:lnTo>
                  <a:pt x="7669" y="619192"/>
                </a:lnTo>
                <a:lnTo>
                  <a:pt x="14317" y="620504"/>
                </a:lnTo>
                <a:lnTo>
                  <a:pt x="22090" y="621910"/>
                </a:lnTo>
                <a:lnTo>
                  <a:pt x="30989" y="623222"/>
                </a:lnTo>
                <a:lnTo>
                  <a:pt x="47557" y="625941"/>
                </a:lnTo>
                <a:lnTo>
                  <a:pt x="57580" y="627253"/>
                </a:lnTo>
                <a:lnTo>
                  <a:pt x="66376" y="628658"/>
                </a:lnTo>
                <a:lnTo>
                  <a:pt x="66376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7"/>
          <p:cNvSpPr/>
          <p:nvPr/>
        </p:nvSpPr>
        <p:spPr>
          <a:xfrm>
            <a:off x="6986970" y="1533290"/>
            <a:ext cx="67945" cy="624205"/>
          </a:xfrm>
          <a:custGeom>
            <a:avLst/>
            <a:gdLst/>
            <a:ahLst/>
            <a:cxnLst/>
            <a:rect l="l" t="t" r="r" b="b"/>
            <a:pathLst>
              <a:path w="67945" h="624205">
                <a:moveTo>
                  <a:pt x="67501" y="0"/>
                </a:moveTo>
                <a:lnTo>
                  <a:pt x="0" y="0"/>
                </a:lnTo>
                <a:lnTo>
                  <a:pt x="0" y="609724"/>
                </a:lnTo>
                <a:lnTo>
                  <a:pt x="7772" y="611786"/>
                </a:lnTo>
                <a:lnTo>
                  <a:pt x="14420" y="613755"/>
                </a:lnTo>
                <a:lnTo>
                  <a:pt x="22091" y="615817"/>
                </a:lnTo>
                <a:lnTo>
                  <a:pt x="30989" y="617129"/>
                </a:lnTo>
                <a:lnTo>
                  <a:pt x="39886" y="619192"/>
                </a:lnTo>
                <a:lnTo>
                  <a:pt x="48682" y="620504"/>
                </a:lnTo>
                <a:lnTo>
                  <a:pt x="57580" y="622566"/>
                </a:lnTo>
                <a:lnTo>
                  <a:pt x="67501" y="623878"/>
                </a:lnTo>
                <a:lnTo>
                  <a:pt x="67501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68"/>
          <p:cNvSpPr/>
          <p:nvPr/>
        </p:nvSpPr>
        <p:spPr>
          <a:xfrm>
            <a:off x="6953731" y="1533290"/>
            <a:ext cx="67945" cy="617855"/>
          </a:xfrm>
          <a:custGeom>
            <a:avLst/>
            <a:gdLst/>
            <a:ahLst/>
            <a:cxnLst/>
            <a:rect l="l" t="t" r="r" b="b"/>
            <a:pathLst>
              <a:path w="67945" h="617855">
                <a:moveTo>
                  <a:pt x="67604" y="0"/>
                </a:moveTo>
                <a:lnTo>
                  <a:pt x="0" y="0"/>
                </a:lnTo>
                <a:lnTo>
                  <a:pt x="0" y="596883"/>
                </a:lnTo>
                <a:lnTo>
                  <a:pt x="45410" y="613098"/>
                </a:lnTo>
                <a:lnTo>
                  <a:pt x="67604" y="617786"/>
                </a:lnTo>
                <a:lnTo>
                  <a:pt x="67604" y="0"/>
                </a:lnTo>
                <a:close/>
              </a:path>
            </a:pathLst>
          </a:custGeom>
          <a:solidFill>
            <a:srgbClr val="FFC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9"/>
          <p:cNvSpPr/>
          <p:nvPr/>
        </p:nvSpPr>
        <p:spPr>
          <a:xfrm>
            <a:off x="6963140" y="1533290"/>
            <a:ext cx="0" cy="610235"/>
          </a:xfrm>
          <a:custGeom>
            <a:avLst/>
            <a:gdLst/>
            <a:ahLst/>
            <a:cxnLst/>
            <a:rect l="l" t="t" r="r" b="b"/>
            <a:pathLst>
              <a:path h="610235">
                <a:moveTo>
                  <a:pt x="0" y="0"/>
                </a:moveTo>
                <a:lnTo>
                  <a:pt x="0" y="609724"/>
                </a:lnTo>
              </a:path>
            </a:pathLst>
          </a:custGeom>
          <a:ln w="47660">
            <a:solidFill>
              <a:srgbClr val="FFCC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0"/>
          <p:cNvSpPr/>
          <p:nvPr/>
        </p:nvSpPr>
        <p:spPr>
          <a:xfrm>
            <a:off x="7868736" y="1533290"/>
            <a:ext cx="0" cy="605155"/>
          </a:xfrm>
          <a:custGeom>
            <a:avLst/>
            <a:gdLst/>
            <a:ahLst/>
            <a:cxnLst/>
            <a:rect l="l" t="t" r="r" b="b"/>
            <a:pathLst>
              <a:path h="605155">
                <a:moveTo>
                  <a:pt x="0" y="0"/>
                </a:moveTo>
                <a:lnTo>
                  <a:pt x="0" y="605038"/>
                </a:lnTo>
              </a:path>
            </a:pathLst>
          </a:custGeom>
          <a:ln w="33239">
            <a:solidFill>
              <a:srgbClr val="FFC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1"/>
          <p:cNvSpPr/>
          <p:nvPr/>
        </p:nvSpPr>
        <p:spPr>
          <a:xfrm>
            <a:off x="6939310" y="1467116"/>
            <a:ext cx="946150" cy="132715"/>
          </a:xfrm>
          <a:custGeom>
            <a:avLst/>
            <a:gdLst/>
            <a:ahLst/>
            <a:cxnLst/>
            <a:rect l="l" t="t" r="r" b="b"/>
            <a:pathLst>
              <a:path w="946150" h="132715">
                <a:moveTo>
                  <a:pt x="473022" y="0"/>
                </a:moveTo>
                <a:lnTo>
                  <a:pt x="377804" y="1311"/>
                </a:lnTo>
                <a:lnTo>
                  <a:pt x="332292" y="2717"/>
                </a:lnTo>
                <a:lnTo>
                  <a:pt x="246994" y="8060"/>
                </a:lnTo>
                <a:lnTo>
                  <a:pt x="171720" y="14809"/>
                </a:lnTo>
                <a:lnTo>
                  <a:pt x="107491" y="24276"/>
                </a:lnTo>
                <a:lnTo>
                  <a:pt x="57580" y="34399"/>
                </a:lnTo>
                <a:lnTo>
                  <a:pt x="21069" y="46583"/>
                </a:lnTo>
                <a:lnTo>
                  <a:pt x="0" y="66174"/>
                </a:lnTo>
                <a:lnTo>
                  <a:pt x="2250" y="72922"/>
                </a:lnTo>
                <a:lnTo>
                  <a:pt x="37637" y="91856"/>
                </a:lnTo>
                <a:lnTo>
                  <a:pt x="80900" y="103291"/>
                </a:lnTo>
                <a:lnTo>
                  <a:pt x="138480" y="112758"/>
                </a:lnTo>
                <a:lnTo>
                  <a:pt x="246994" y="124194"/>
                </a:lnTo>
                <a:lnTo>
                  <a:pt x="332292" y="129630"/>
                </a:lnTo>
                <a:lnTo>
                  <a:pt x="377804" y="131036"/>
                </a:lnTo>
                <a:lnTo>
                  <a:pt x="473022" y="132349"/>
                </a:lnTo>
                <a:lnTo>
                  <a:pt x="568344" y="131036"/>
                </a:lnTo>
                <a:lnTo>
                  <a:pt x="613754" y="129630"/>
                </a:lnTo>
                <a:lnTo>
                  <a:pt x="697925" y="124194"/>
                </a:lnTo>
                <a:lnTo>
                  <a:pt x="773201" y="117445"/>
                </a:lnTo>
                <a:lnTo>
                  <a:pt x="837531" y="108071"/>
                </a:lnTo>
                <a:lnTo>
                  <a:pt x="888465" y="97948"/>
                </a:lnTo>
                <a:lnTo>
                  <a:pt x="924977" y="85764"/>
                </a:lnTo>
                <a:lnTo>
                  <a:pt x="946045" y="66174"/>
                </a:lnTo>
                <a:lnTo>
                  <a:pt x="943795" y="59425"/>
                </a:lnTo>
                <a:lnTo>
                  <a:pt x="908408" y="40491"/>
                </a:lnTo>
                <a:lnTo>
                  <a:pt x="865146" y="29056"/>
                </a:lnTo>
                <a:lnTo>
                  <a:pt x="807565" y="19589"/>
                </a:lnTo>
                <a:lnTo>
                  <a:pt x="697925" y="8060"/>
                </a:lnTo>
                <a:lnTo>
                  <a:pt x="613754" y="2717"/>
                </a:lnTo>
                <a:lnTo>
                  <a:pt x="568344" y="1311"/>
                </a:lnTo>
                <a:lnTo>
                  <a:pt x="473022" y="0"/>
                </a:lnTo>
                <a:close/>
              </a:path>
            </a:pathLst>
          </a:custGeom>
          <a:solidFill>
            <a:srgbClr val="FF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2"/>
          <p:cNvSpPr/>
          <p:nvPr/>
        </p:nvSpPr>
        <p:spPr>
          <a:xfrm>
            <a:off x="5220780" y="3572691"/>
            <a:ext cx="27305" cy="1270"/>
          </a:xfrm>
          <a:custGeom>
            <a:avLst/>
            <a:gdLst/>
            <a:ahLst/>
            <a:cxnLst/>
            <a:rect l="l" t="t" r="r" b="b"/>
            <a:pathLst>
              <a:path w="27304" h="1270">
                <a:moveTo>
                  <a:pt x="0" y="1270"/>
                </a:moveTo>
                <a:lnTo>
                  <a:pt x="27014" y="1270"/>
                </a:lnTo>
                <a:lnTo>
                  <a:pt x="2701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3"/>
          <p:cNvSpPr/>
          <p:nvPr/>
        </p:nvSpPr>
        <p:spPr>
          <a:xfrm>
            <a:off x="5220780" y="3571421"/>
            <a:ext cx="59690" cy="1270"/>
          </a:xfrm>
          <a:custGeom>
            <a:avLst/>
            <a:gdLst/>
            <a:ahLst/>
            <a:cxnLst/>
            <a:rect l="l" t="t" r="r" b="b"/>
            <a:pathLst>
              <a:path w="59689" h="1270">
                <a:moveTo>
                  <a:pt x="0" y="1269"/>
                </a:moveTo>
                <a:lnTo>
                  <a:pt x="59626" y="1269"/>
                </a:lnTo>
                <a:lnTo>
                  <a:pt x="59626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4"/>
          <p:cNvSpPr/>
          <p:nvPr/>
        </p:nvSpPr>
        <p:spPr>
          <a:xfrm>
            <a:off x="5254019" y="2920052"/>
            <a:ext cx="66675" cy="653415"/>
          </a:xfrm>
          <a:custGeom>
            <a:avLst/>
            <a:gdLst/>
            <a:ahLst/>
            <a:cxnLst/>
            <a:rect l="l" t="t" r="r" b="b"/>
            <a:pathLst>
              <a:path w="66675" h="653414">
                <a:moveTo>
                  <a:pt x="66479" y="0"/>
                </a:moveTo>
                <a:lnTo>
                  <a:pt x="0" y="0"/>
                </a:lnTo>
                <a:lnTo>
                  <a:pt x="0" y="653404"/>
                </a:lnTo>
                <a:lnTo>
                  <a:pt x="8898" y="652748"/>
                </a:lnTo>
                <a:lnTo>
                  <a:pt x="16569" y="652092"/>
                </a:lnTo>
                <a:lnTo>
                  <a:pt x="25467" y="652092"/>
                </a:lnTo>
                <a:lnTo>
                  <a:pt x="33239" y="651342"/>
                </a:lnTo>
                <a:lnTo>
                  <a:pt x="49808" y="650030"/>
                </a:lnTo>
                <a:lnTo>
                  <a:pt x="58707" y="650030"/>
                </a:lnTo>
                <a:lnTo>
                  <a:pt x="66479" y="649281"/>
                </a:lnTo>
                <a:lnTo>
                  <a:pt x="66479" y="0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5"/>
          <p:cNvSpPr/>
          <p:nvPr/>
        </p:nvSpPr>
        <p:spPr>
          <a:xfrm>
            <a:off x="5286133" y="2920052"/>
            <a:ext cx="67945" cy="651510"/>
          </a:xfrm>
          <a:custGeom>
            <a:avLst/>
            <a:gdLst/>
            <a:ahLst/>
            <a:cxnLst/>
            <a:rect l="l" t="t" r="r" b="b"/>
            <a:pathLst>
              <a:path w="67945" h="651510">
                <a:moveTo>
                  <a:pt x="67604" y="0"/>
                </a:moveTo>
                <a:lnTo>
                  <a:pt x="0" y="0"/>
                </a:lnTo>
                <a:lnTo>
                  <a:pt x="0" y="651342"/>
                </a:lnTo>
                <a:lnTo>
                  <a:pt x="17693" y="650030"/>
                </a:lnTo>
                <a:lnTo>
                  <a:pt x="26592" y="650030"/>
                </a:lnTo>
                <a:lnTo>
                  <a:pt x="34364" y="649281"/>
                </a:lnTo>
                <a:lnTo>
                  <a:pt x="59830" y="647312"/>
                </a:lnTo>
                <a:lnTo>
                  <a:pt x="67604" y="646562"/>
                </a:lnTo>
                <a:lnTo>
                  <a:pt x="67604" y="0"/>
                </a:lnTo>
                <a:close/>
              </a:path>
            </a:pathLst>
          </a:custGeom>
          <a:solidFill>
            <a:srgbClr val="FFEF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6"/>
          <p:cNvSpPr/>
          <p:nvPr/>
        </p:nvSpPr>
        <p:spPr>
          <a:xfrm>
            <a:off x="5319373" y="2920052"/>
            <a:ext cx="67945" cy="649605"/>
          </a:xfrm>
          <a:custGeom>
            <a:avLst/>
            <a:gdLst/>
            <a:ahLst/>
            <a:cxnLst/>
            <a:rect l="l" t="t" r="r" b="b"/>
            <a:pathLst>
              <a:path w="67945" h="649604">
                <a:moveTo>
                  <a:pt x="67604" y="0"/>
                </a:moveTo>
                <a:lnTo>
                  <a:pt x="0" y="0"/>
                </a:lnTo>
                <a:lnTo>
                  <a:pt x="0" y="649281"/>
                </a:lnTo>
                <a:lnTo>
                  <a:pt x="26591" y="647312"/>
                </a:lnTo>
                <a:lnTo>
                  <a:pt x="34364" y="646562"/>
                </a:lnTo>
                <a:lnTo>
                  <a:pt x="67604" y="643844"/>
                </a:lnTo>
                <a:lnTo>
                  <a:pt x="67604" y="0"/>
                </a:lnTo>
                <a:close/>
              </a:path>
            </a:pathLst>
          </a:custGeom>
          <a:solidFill>
            <a:srgbClr val="FFEA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77"/>
          <p:cNvSpPr/>
          <p:nvPr/>
        </p:nvSpPr>
        <p:spPr>
          <a:xfrm>
            <a:off x="5352612" y="2920052"/>
            <a:ext cx="66675" cy="647065"/>
          </a:xfrm>
          <a:custGeom>
            <a:avLst/>
            <a:gdLst/>
            <a:ahLst/>
            <a:cxnLst/>
            <a:rect l="l" t="t" r="r" b="b"/>
            <a:pathLst>
              <a:path w="66675" h="647064">
                <a:moveTo>
                  <a:pt x="66479" y="0"/>
                </a:moveTo>
                <a:lnTo>
                  <a:pt x="0" y="0"/>
                </a:lnTo>
                <a:lnTo>
                  <a:pt x="0" y="646562"/>
                </a:lnTo>
                <a:lnTo>
                  <a:pt x="17693" y="645250"/>
                </a:lnTo>
                <a:lnTo>
                  <a:pt x="26591" y="644500"/>
                </a:lnTo>
                <a:lnTo>
                  <a:pt x="35387" y="643187"/>
                </a:lnTo>
                <a:lnTo>
                  <a:pt x="43159" y="642438"/>
                </a:lnTo>
                <a:lnTo>
                  <a:pt x="50933" y="641781"/>
                </a:lnTo>
                <a:lnTo>
                  <a:pt x="58705" y="640375"/>
                </a:lnTo>
                <a:lnTo>
                  <a:pt x="66479" y="639720"/>
                </a:lnTo>
                <a:lnTo>
                  <a:pt x="66479" y="0"/>
                </a:lnTo>
                <a:close/>
              </a:path>
            </a:pathLst>
          </a:custGeom>
          <a:solidFill>
            <a:srgbClr val="FFE2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8"/>
          <p:cNvSpPr/>
          <p:nvPr/>
        </p:nvSpPr>
        <p:spPr>
          <a:xfrm>
            <a:off x="5385852" y="2920052"/>
            <a:ext cx="66675" cy="643890"/>
          </a:xfrm>
          <a:custGeom>
            <a:avLst/>
            <a:gdLst/>
            <a:ahLst/>
            <a:cxnLst/>
            <a:rect l="l" t="t" r="r" b="b"/>
            <a:pathLst>
              <a:path w="66675" h="643889">
                <a:moveTo>
                  <a:pt x="66478" y="0"/>
                </a:moveTo>
                <a:lnTo>
                  <a:pt x="0" y="0"/>
                </a:lnTo>
                <a:lnTo>
                  <a:pt x="0" y="643844"/>
                </a:lnTo>
                <a:lnTo>
                  <a:pt x="8794" y="642438"/>
                </a:lnTo>
                <a:lnTo>
                  <a:pt x="17693" y="641781"/>
                </a:lnTo>
                <a:lnTo>
                  <a:pt x="26591" y="640375"/>
                </a:lnTo>
                <a:lnTo>
                  <a:pt x="35387" y="639720"/>
                </a:lnTo>
                <a:lnTo>
                  <a:pt x="43159" y="638407"/>
                </a:lnTo>
                <a:lnTo>
                  <a:pt x="50932" y="637658"/>
                </a:lnTo>
                <a:lnTo>
                  <a:pt x="58705" y="636346"/>
                </a:lnTo>
                <a:lnTo>
                  <a:pt x="66478" y="635595"/>
                </a:lnTo>
                <a:lnTo>
                  <a:pt x="66478" y="0"/>
                </a:lnTo>
                <a:close/>
              </a:path>
            </a:pathLst>
          </a:custGeom>
          <a:solidFill>
            <a:srgbClr val="FFDD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79"/>
          <p:cNvSpPr/>
          <p:nvPr/>
        </p:nvSpPr>
        <p:spPr>
          <a:xfrm>
            <a:off x="5419092" y="2920052"/>
            <a:ext cx="66675" cy="640080"/>
          </a:xfrm>
          <a:custGeom>
            <a:avLst/>
            <a:gdLst/>
            <a:ahLst/>
            <a:cxnLst/>
            <a:rect l="l" t="t" r="r" b="b"/>
            <a:pathLst>
              <a:path w="66675" h="640079">
                <a:moveTo>
                  <a:pt x="66478" y="0"/>
                </a:moveTo>
                <a:lnTo>
                  <a:pt x="0" y="0"/>
                </a:lnTo>
                <a:lnTo>
                  <a:pt x="0" y="639720"/>
                </a:lnTo>
                <a:lnTo>
                  <a:pt x="8794" y="638407"/>
                </a:lnTo>
                <a:lnTo>
                  <a:pt x="17692" y="637658"/>
                </a:lnTo>
                <a:lnTo>
                  <a:pt x="26591" y="636346"/>
                </a:lnTo>
                <a:lnTo>
                  <a:pt x="35386" y="634939"/>
                </a:lnTo>
                <a:lnTo>
                  <a:pt x="43159" y="634283"/>
                </a:lnTo>
                <a:lnTo>
                  <a:pt x="58705" y="631471"/>
                </a:lnTo>
                <a:lnTo>
                  <a:pt x="66478" y="630158"/>
                </a:lnTo>
                <a:lnTo>
                  <a:pt x="66478" y="0"/>
                </a:lnTo>
                <a:close/>
              </a:path>
            </a:pathLst>
          </a:custGeom>
          <a:solidFill>
            <a:srgbClr val="FFD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0"/>
          <p:cNvSpPr/>
          <p:nvPr/>
        </p:nvSpPr>
        <p:spPr>
          <a:xfrm>
            <a:off x="5452330" y="2920052"/>
            <a:ext cx="66675" cy="635635"/>
          </a:xfrm>
          <a:custGeom>
            <a:avLst/>
            <a:gdLst/>
            <a:ahLst/>
            <a:cxnLst/>
            <a:rect l="l" t="t" r="r" b="b"/>
            <a:pathLst>
              <a:path w="66675" h="635635">
                <a:moveTo>
                  <a:pt x="66479" y="0"/>
                </a:moveTo>
                <a:lnTo>
                  <a:pt x="0" y="0"/>
                </a:lnTo>
                <a:lnTo>
                  <a:pt x="0" y="635595"/>
                </a:lnTo>
                <a:lnTo>
                  <a:pt x="18818" y="632877"/>
                </a:lnTo>
                <a:lnTo>
                  <a:pt x="27614" y="631471"/>
                </a:lnTo>
                <a:lnTo>
                  <a:pt x="35387" y="629503"/>
                </a:lnTo>
                <a:lnTo>
                  <a:pt x="44286" y="628097"/>
                </a:lnTo>
                <a:lnTo>
                  <a:pt x="52058" y="626691"/>
                </a:lnTo>
                <a:lnTo>
                  <a:pt x="58705" y="624629"/>
                </a:lnTo>
                <a:lnTo>
                  <a:pt x="66479" y="623317"/>
                </a:lnTo>
                <a:lnTo>
                  <a:pt x="66479" y="0"/>
                </a:lnTo>
                <a:close/>
              </a:path>
            </a:pathLst>
          </a:custGeom>
          <a:solidFill>
            <a:srgbClr val="FFD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1"/>
          <p:cNvSpPr/>
          <p:nvPr/>
        </p:nvSpPr>
        <p:spPr>
          <a:xfrm>
            <a:off x="5485570" y="2920052"/>
            <a:ext cx="66675" cy="630555"/>
          </a:xfrm>
          <a:custGeom>
            <a:avLst/>
            <a:gdLst/>
            <a:ahLst/>
            <a:cxnLst/>
            <a:rect l="l" t="t" r="r" b="b"/>
            <a:pathLst>
              <a:path w="66675" h="630555">
                <a:moveTo>
                  <a:pt x="66479" y="0"/>
                </a:moveTo>
                <a:lnTo>
                  <a:pt x="0" y="0"/>
                </a:lnTo>
                <a:lnTo>
                  <a:pt x="0" y="630158"/>
                </a:lnTo>
                <a:lnTo>
                  <a:pt x="9921" y="628097"/>
                </a:lnTo>
                <a:lnTo>
                  <a:pt x="19944" y="626691"/>
                </a:lnTo>
                <a:lnTo>
                  <a:pt x="37637" y="622566"/>
                </a:lnTo>
                <a:lnTo>
                  <a:pt x="45410" y="620598"/>
                </a:lnTo>
                <a:lnTo>
                  <a:pt x="53183" y="618536"/>
                </a:lnTo>
                <a:lnTo>
                  <a:pt x="59830" y="615725"/>
                </a:lnTo>
                <a:lnTo>
                  <a:pt x="66479" y="613662"/>
                </a:lnTo>
                <a:lnTo>
                  <a:pt x="66479" y="0"/>
                </a:lnTo>
                <a:close/>
              </a:path>
            </a:pathLst>
          </a:custGeom>
          <a:solidFill>
            <a:srgbClr val="FFCE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2"/>
          <p:cNvSpPr/>
          <p:nvPr/>
        </p:nvSpPr>
        <p:spPr>
          <a:xfrm>
            <a:off x="5518810" y="2920052"/>
            <a:ext cx="66675" cy="623570"/>
          </a:xfrm>
          <a:custGeom>
            <a:avLst/>
            <a:gdLst/>
            <a:ahLst/>
            <a:cxnLst/>
            <a:rect l="l" t="t" r="r" b="b"/>
            <a:pathLst>
              <a:path w="66675" h="623569">
                <a:moveTo>
                  <a:pt x="66376" y="0"/>
                </a:moveTo>
                <a:lnTo>
                  <a:pt x="0" y="0"/>
                </a:lnTo>
                <a:lnTo>
                  <a:pt x="0" y="623317"/>
                </a:lnTo>
                <a:lnTo>
                  <a:pt x="39785" y="610944"/>
                </a:lnTo>
                <a:lnTo>
                  <a:pt x="66376" y="589010"/>
                </a:lnTo>
                <a:lnTo>
                  <a:pt x="66376" y="0"/>
                </a:lnTo>
                <a:close/>
              </a:path>
            </a:pathLst>
          </a:custGeom>
          <a:solidFill>
            <a:srgbClr val="FFC9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3"/>
          <p:cNvSpPr/>
          <p:nvPr/>
        </p:nvSpPr>
        <p:spPr>
          <a:xfrm>
            <a:off x="5064827" y="3575230"/>
            <a:ext cx="56515" cy="1270"/>
          </a:xfrm>
          <a:custGeom>
            <a:avLst/>
            <a:gdLst/>
            <a:ahLst/>
            <a:cxnLst/>
            <a:rect l="l" t="t" r="r" b="b"/>
            <a:pathLst>
              <a:path w="56514" h="1270">
                <a:moveTo>
                  <a:pt x="0" y="1269"/>
                </a:moveTo>
                <a:lnTo>
                  <a:pt x="56234" y="1269"/>
                </a:lnTo>
                <a:lnTo>
                  <a:pt x="56234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4"/>
          <p:cNvSpPr/>
          <p:nvPr/>
        </p:nvSpPr>
        <p:spPr>
          <a:xfrm>
            <a:off x="5058700" y="3575230"/>
            <a:ext cx="29209" cy="1270"/>
          </a:xfrm>
          <a:custGeom>
            <a:avLst/>
            <a:gdLst/>
            <a:ahLst/>
            <a:cxnLst/>
            <a:rect l="l" t="t" r="r" b="b"/>
            <a:pathLst>
              <a:path w="29210" h="1270">
                <a:moveTo>
                  <a:pt x="0" y="1269"/>
                </a:moveTo>
                <a:lnTo>
                  <a:pt x="29121" y="1269"/>
                </a:lnTo>
                <a:lnTo>
                  <a:pt x="29121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5"/>
          <p:cNvSpPr/>
          <p:nvPr/>
        </p:nvSpPr>
        <p:spPr>
          <a:xfrm>
            <a:off x="5000492" y="3573961"/>
            <a:ext cx="20955" cy="1270"/>
          </a:xfrm>
          <a:custGeom>
            <a:avLst/>
            <a:gdLst/>
            <a:ahLst/>
            <a:cxnLst/>
            <a:rect l="l" t="t" r="r" b="b"/>
            <a:pathLst>
              <a:path w="20955" h="1270">
                <a:moveTo>
                  <a:pt x="0" y="1270"/>
                </a:moveTo>
                <a:lnTo>
                  <a:pt x="20851" y="1270"/>
                </a:lnTo>
                <a:lnTo>
                  <a:pt x="20851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6"/>
          <p:cNvSpPr/>
          <p:nvPr/>
        </p:nvSpPr>
        <p:spPr>
          <a:xfrm>
            <a:off x="5008933" y="3573961"/>
            <a:ext cx="12700" cy="1270"/>
          </a:xfrm>
          <a:custGeom>
            <a:avLst/>
            <a:gdLst/>
            <a:ahLst/>
            <a:cxnLst/>
            <a:rect l="l" t="t" r="r" b="b"/>
            <a:pathLst>
              <a:path w="12700" h="1270">
                <a:moveTo>
                  <a:pt x="0" y="1270"/>
                </a:moveTo>
                <a:lnTo>
                  <a:pt x="12410" y="1270"/>
                </a:lnTo>
                <a:lnTo>
                  <a:pt x="12410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87"/>
          <p:cNvSpPr/>
          <p:nvPr/>
        </p:nvSpPr>
        <p:spPr>
          <a:xfrm>
            <a:off x="4977535" y="3572691"/>
            <a:ext cx="10795" cy="1270"/>
          </a:xfrm>
          <a:custGeom>
            <a:avLst/>
            <a:gdLst/>
            <a:ahLst/>
            <a:cxnLst/>
            <a:rect l="l" t="t" r="r" b="b"/>
            <a:pathLst>
              <a:path w="10794" h="1270">
                <a:moveTo>
                  <a:pt x="0" y="1270"/>
                </a:moveTo>
                <a:lnTo>
                  <a:pt x="10568" y="1270"/>
                </a:lnTo>
                <a:lnTo>
                  <a:pt x="10568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88"/>
          <p:cNvSpPr/>
          <p:nvPr/>
        </p:nvSpPr>
        <p:spPr>
          <a:xfrm>
            <a:off x="4920602" y="2920052"/>
            <a:ext cx="67945" cy="654685"/>
          </a:xfrm>
          <a:custGeom>
            <a:avLst/>
            <a:gdLst/>
            <a:ahLst/>
            <a:cxnLst/>
            <a:rect l="l" t="t" r="r" b="b"/>
            <a:pathLst>
              <a:path w="67944" h="654685">
                <a:moveTo>
                  <a:pt x="67501" y="0"/>
                </a:moveTo>
                <a:lnTo>
                  <a:pt x="0" y="0"/>
                </a:lnTo>
                <a:lnTo>
                  <a:pt x="0" y="650687"/>
                </a:lnTo>
                <a:lnTo>
                  <a:pt x="8796" y="651342"/>
                </a:lnTo>
                <a:lnTo>
                  <a:pt x="16568" y="651342"/>
                </a:lnTo>
                <a:lnTo>
                  <a:pt x="25467" y="652092"/>
                </a:lnTo>
                <a:lnTo>
                  <a:pt x="33239" y="652092"/>
                </a:lnTo>
                <a:lnTo>
                  <a:pt x="49808" y="653404"/>
                </a:lnTo>
                <a:lnTo>
                  <a:pt x="58705" y="653404"/>
                </a:lnTo>
                <a:lnTo>
                  <a:pt x="67501" y="654154"/>
                </a:lnTo>
                <a:lnTo>
                  <a:pt x="67501" y="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89"/>
          <p:cNvSpPr/>
          <p:nvPr/>
        </p:nvSpPr>
        <p:spPr>
          <a:xfrm>
            <a:off x="4887362" y="2920052"/>
            <a:ext cx="67945" cy="652145"/>
          </a:xfrm>
          <a:custGeom>
            <a:avLst/>
            <a:gdLst/>
            <a:ahLst/>
            <a:cxnLst/>
            <a:rect l="l" t="t" r="r" b="b"/>
            <a:pathLst>
              <a:path w="67944" h="652145">
                <a:moveTo>
                  <a:pt x="67501" y="0"/>
                </a:moveTo>
                <a:lnTo>
                  <a:pt x="0" y="0"/>
                </a:lnTo>
                <a:lnTo>
                  <a:pt x="0" y="647967"/>
                </a:lnTo>
                <a:lnTo>
                  <a:pt x="33239" y="650687"/>
                </a:lnTo>
                <a:lnTo>
                  <a:pt x="42035" y="650687"/>
                </a:lnTo>
                <a:lnTo>
                  <a:pt x="58707" y="652092"/>
                </a:lnTo>
                <a:lnTo>
                  <a:pt x="67501" y="652092"/>
                </a:lnTo>
                <a:lnTo>
                  <a:pt x="67501" y="0"/>
                </a:lnTo>
                <a:close/>
              </a:path>
            </a:pathLst>
          </a:custGeom>
          <a:solidFill>
            <a:srgbClr val="FFE5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0"/>
          <p:cNvSpPr/>
          <p:nvPr/>
        </p:nvSpPr>
        <p:spPr>
          <a:xfrm>
            <a:off x="4854124" y="2920052"/>
            <a:ext cx="66675" cy="650875"/>
          </a:xfrm>
          <a:custGeom>
            <a:avLst/>
            <a:gdLst/>
            <a:ahLst/>
            <a:cxnLst/>
            <a:rect l="l" t="t" r="r" b="b"/>
            <a:pathLst>
              <a:path w="66675" h="650875">
                <a:moveTo>
                  <a:pt x="66478" y="0"/>
                </a:moveTo>
                <a:lnTo>
                  <a:pt x="0" y="0"/>
                </a:lnTo>
                <a:lnTo>
                  <a:pt x="0" y="645250"/>
                </a:lnTo>
                <a:lnTo>
                  <a:pt x="32114" y="647967"/>
                </a:lnTo>
                <a:lnTo>
                  <a:pt x="41012" y="648624"/>
                </a:lnTo>
                <a:lnTo>
                  <a:pt x="57580" y="650030"/>
                </a:lnTo>
                <a:lnTo>
                  <a:pt x="66478" y="650687"/>
                </a:lnTo>
                <a:lnTo>
                  <a:pt x="66478" y="0"/>
                </a:lnTo>
                <a:close/>
              </a:path>
            </a:pathLst>
          </a:custGeom>
          <a:solidFill>
            <a:srgbClr val="FFE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1"/>
          <p:cNvSpPr/>
          <p:nvPr/>
        </p:nvSpPr>
        <p:spPr>
          <a:xfrm>
            <a:off x="4820884" y="2920052"/>
            <a:ext cx="66675" cy="648335"/>
          </a:xfrm>
          <a:custGeom>
            <a:avLst/>
            <a:gdLst/>
            <a:ahLst/>
            <a:cxnLst/>
            <a:rect l="l" t="t" r="r" b="b"/>
            <a:pathLst>
              <a:path w="66675" h="648335">
                <a:moveTo>
                  <a:pt x="66478" y="0"/>
                </a:moveTo>
                <a:lnTo>
                  <a:pt x="0" y="0"/>
                </a:lnTo>
                <a:lnTo>
                  <a:pt x="0" y="641781"/>
                </a:lnTo>
                <a:lnTo>
                  <a:pt x="7772" y="642438"/>
                </a:lnTo>
                <a:lnTo>
                  <a:pt x="15443" y="643844"/>
                </a:lnTo>
                <a:lnTo>
                  <a:pt x="24340" y="644500"/>
                </a:lnTo>
                <a:lnTo>
                  <a:pt x="32114" y="645250"/>
                </a:lnTo>
                <a:lnTo>
                  <a:pt x="41012" y="645906"/>
                </a:lnTo>
                <a:lnTo>
                  <a:pt x="57580" y="647312"/>
                </a:lnTo>
                <a:lnTo>
                  <a:pt x="66478" y="647967"/>
                </a:lnTo>
                <a:lnTo>
                  <a:pt x="66478" y="0"/>
                </a:lnTo>
                <a:close/>
              </a:path>
            </a:pathLst>
          </a:custGeom>
          <a:solidFill>
            <a:srgbClr val="FFDD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2"/>
          <p:cNvSpPr/>
          <p:nvPr/>
        </p:nvSpPr>
        <p:spPr>
          <a:xfrm>
            <a:off x="4787644" y="2920052"/>
            <a:ext cx="66675" cy="645795"/>
          </a:xfrm>
          <a:custGeom>
            <a:avLst/>
            <a:gdLst/>
            <a:ahLst/>
            <a:cxnLst/>
            <a:rect l="l" t="t" r="r" b="b"/>
            <a:pathLst>
              <a:path w="66675" h="645795">
                <a:moveTo>
                  <a:pt x="66479" y="0"/>
                </a:moveTo>
                <a:lnTo>
                  <a:pt x="0" y="0"/>
                </a:lnTo>
                <a:lnTo>
                  <a:pt x="0" y="637658"/>
                </a:lnTo>
                <a:lnTo>
                  <a:pt x="7772" y="638407"/>
                </a:lnTo>
                <a:lnTo>
                  <a:pt x="15546" y="639720"/>
                </a:lnTo>
                <a:lnTo>
                  <a:pt x="23216" y="640375"/>
                </a:lnTo>
                <a:lnTo>
                  <a:pt x="32114" y="641781"/>
                </a:lnTo>
                <a:lnTo>
                  <a:pt x="41012" y="642438"/>
                </a:lnTo>
                <a:lnTo>
                  <a:pt x="48682" y="643844"/>
                </a:lnTo>
                <a:lnTo>
                  <a:pt x="57580" y="644500"/>
                </a:lnTo>
                <a:lnTo>
                  <a:pt x="66479" y="645250"/>
                </a:lnTo>
                <a:lnTo>
                  <a:pt x="66479" y="0"/>
                </a:lnTo>
                <a:close/>
              </a:path>
            </a:pathLst>
          </a:custGeom>
          <a:solidFill>
            <a:srgbClr val="FFD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3"/>
          <p:cNvSpPr/>
          <p:nvPr/>
        </p:nvSpPr>
        <p:spPr>
          <a:xfrm>
            <a:off x="4754405" y="2920052"/>
            <a:ext cx="66675" cy="641985"/>
          </a:xfrm>
          <a:custGeom>
            <a:avLst/>
            <a:gdLst/>
            <a:ahLst/>
            <a:cxnLst/>
            <a:rect l="l" t="t" r="r" b="b"/>
            <a:pathLst>
              <a:path w="66675" h="641985">
                <a:moveTo>
                  <a:pt x="66479" y="0"/>
                </a:moveTo>
                <a:lnTo>
                  <a:pt x="0" y="0"/>
                </a:lnTo>
                <a:lnTo>
                  <a:pt x="0" y="632877"/>
                </a:lnTo>
                <a:lnTo>
                  <a:pt x="7773" y="634283"/>
                </a:lnTo>
                <a:lnTo>
                  <a:pt x="15546" y="635595"/>
                </a:lnTo>
                <a:lnTo>
                  <a:pt x="23216" y="636346"/>
                </a:lnTo>
                <a:lnTo>
                  <a:pt x="32114" y="637658"/>
                </a:lnTo>
                <a:lnTo>
                  <a:pt x="39888" y="638407"/>
                </a:lnTo>
                <a:lnTo>
                  <a:pt x="48785" y="639720"/>
                </a:lnTo>
                <a:lnTo>
                  <a:pt x="57581" y="640375"/>
                </a:lnTo>
                <a:lnTo>
                  <a:pt x="66479" y="641781"/>
                </a:lnTo>
                <a:lnTo>
                  <a:pt x="66479" y="0"/>
                </a:lnTo>
                <a:close/>
              </a:path>
            </a:pathLst>
          </a:custGeom>
          <a:solidFill>
            <a:srgbClr val="FFD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4"/>
          <p:cNvSpPr/>
          <p:nvPr/>
        </p:nvSpPr>
        <p:spPr>
          <a:xfrm>
            <a:off x="4721165" y="2920052"/>
            <a:ext cx="66675" cy="638175"/>
          </a:xfrm>
          <a:custGeom>
            <a:avLst/>
            <a:gdLst/>
            <a:ahLst/>
            <a:cxnLst/>
            <a:rect l="l" t="t" r="r" b="b"/>
            <a:pathLst>
              <a:path w="66675" h="638175">
                <a:moveTo>
                  <a:pt x="66479" y="0"/>
                </a:moveTo>
                <a:lnTo>
                  <a:pt x="0" y="0"/>
                </a:lnTo>
                <a:lnTo>
                  <a:pt x="0" y="626691"/>
                </a:lnTo>
                <a:lnTo>
                  <a:pt x="7773" y="628097"/>
                </a:lnTo>
                <a:lnTo>
                  <a:pt x="14420" y="629503"/>
                </a:lnTo>
                <a:lnTo>
                  <a:pt x="38762" y="633533"/>
                </a:lnTo>
                <a:lnTo>
                  <a:pt x="47660" y="634939"/>
                </a:lnTo>
                <a:lnTo>
                  <a:pt x="66479" y="637658"/>
                </a:lnTo>
                <a:lnTo>
                  <a:pt x="66479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5"/>
          <p:cNvSpPr/>
          <p:nvPr/>
        </p:nvSpPr>
        <p:spPr>
          <a:xfrm>
            <a:off x="4686801" y="2920052"/>
            <a:ext cx="67945" cy="633095"/>
          </a:xfrm>
          <a:custGeom>
            <a:avLst/>
            <a:gdLst/>
            <a:ahLst/>
            <a:cxnLst/>
            <a:rect l="l" t="t" r="r" b="b"/>
            <a:pathLst>
              <a:path w="67944" h="633094">
                <a:moveTo>
                  <a:pt x="67603" y="0"/>
                </a:moveTo>
                <a:lnTo>
                  <a:pt x="0" y="0"/>
                </a:lnTo>
                <a:lnTo>
                  <a:pt x="0" y="618536"/>
                </a:lnTo>
                <a:lnTo>
                  <a:pt x="7772" y="620598"/>
                </a:lnTo>
                <a:lnTo>
                  <a:pt x="14420" y="622566"/>
                </a:lnTo>
                <a:lnTo>
                  <a:pt x="22193" y="624629"/>
                </a:lnTo>
                <a:lnTo>
                  <a:pt x="31090" y="626035"/>
                </a:lnTo>
                <a:lnTo>
                  <a:pt x="39886" y="628097"/>
                </a:lnTo>
                <a:lnTo>
                  <a:pt x="48784" y="629503"/>
                </a:lnTo>
                <a:lnTo>
                  <a:pt x="57580" y="631471"/>
                </a:lnTo>
                <a:lnTo>
                  <a:pt x="67603" y="632877"/>
                </a:lnTo>
                <a:lnTo>
                  <a:pt x="67603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6"/>
          <p:cNvSpPr/>
          <p:nvPr/>
        </p:nvSpPr>
        <p:spPr>
          <a:xfrm>
            <a:off x="4653561" y="2920052"/>
            <a:ext cx="67945" cy="626745"/>
          </a:xfrm>
          <a:custGeom>
            <a:avLst/>
            <a:gdLst/>
            <a:ahLst/>
            <a:cxnLst/>
            <a:rect l="l" t="t" r="r" b="b"/>
            <a:pathLst>
              <a:path w="67944" h="626744">
                <a:moveTo>
                  <a:pt x="67603" y="0"/>
                </a:moveTo>
                <a:lnTo>
                  <a:pt x="0" y="0"/>
                </a:lnTo>
                <a:lnTo>
                  <a:pt x="0" y="605508"/>
                </a:lnTo>
                <a:lnTo>
                  <a:pt x="5523" y="608225"/>
                </a:lnTo>
                <a:lnTo>
                  <a:pt x="12170" y="610944"/>
                </a:lnTo>
                <a:lnTo>
                  <a:pt x="19944" y="613662"/>
                </a:lnTo>
                <a:lnTo>
                  <a:pt x="27716" y="616474"/>
                </a:lnTo>
                <a:lnTo>
                  <a:pt x="45410" y="621911"/>
                </a:lnTo>
                <a:lnTo>
                  <a:pt x="56558" y="624629"/>
                </a:lnTo>
                <a:lnTo>
                  <a:pt x="67603" y="626691"/>
                </a:lnTo>
                <a:lnTo>
                  <a:pt x="67603" y="0"/>
                </a:lnTo>
                <a:close/>
              </a:path>
            </a:pathLst>
          </a:custGeom>
          <a:solidFill>
            <a:srgbClr val="FFC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97"/>
          <p:cNvSpPr/>
          <p:nvPr/>
        </p:nvSpPr>
        <p:spPr>
          <a:xfrm>
            <a:off x="4663022" y="2920052"/>
            <a:ext cx="0" cy="619125"/>
          </a:xfrm>
          <a:custGeom>
            <a:avLst/>
            <a:gdLst/>
            <a:ahLst/>
            <a:cxnLst/>
            <a:rect l="l" t="t" r="r" b="b"/>
            <a:pathLst>
              <a:path h="619125">
                <a:moveTo>
                  <a:pt x="0" y="0"/>
                </a:moveTo>
                <a:lnTo>
                  <a:pt x="0" y="618536"/>
                </a:lnTo>
              </a:path>
            </a:pathLst>
          </a:custGeom>
          <a:ln w="47557">
            <a:solidFill>
              <a:srgbClr val="FFCC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98"/>
          <p:cNvSpPr/>
          <p:nvPr/>
        </p:nvSpPr>
        <p:spPr>
          <a:xfrm>
            <a:off x="5568618" y="2920052"/>
            <a:ext cx="0" cy="614045"/>
          </a:xfrm>
          <a:custGeom>
            <a:avLst/>
            <a:gdLst/>
            <a:ahLst/>
            <a:cxnLst/>
            <a:rect l="l" t="t" r="r" b="b"/>
            <a:pathLst>
              <a:path h="614044">
                <a:moveTo>
                  <a:pt x="0" y="0"/>
                </a:moveTo>
                <a:lnTo>
                  <a:pt x="0" y="613662"/>
                </a:lnTo>
              </a:path>
            </a:pathLst>
          </a:custGeom>
          <a:ln w="33136">
            <a:solidFill>
              <a:srgbClr val="FFC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99"/>
          <p:cNvSpPr/>
          <p:nvPr/>
        </p:nvSpPr>
        <p:spPr>
          <a:xfrm>
            <a:off x="4639243" y="2852846"/>
            <a:ext cx="946150" cy="134620"/>
          </a:xfrm>
          <a:custGeom>
            <a:avLst/>
            <a:gdLst/>
            <a:ahLst/>
            <a:cxnLst/>
            <a:rect l="l" t="t" r="r" b="b"/>
            <a:pathLst>
              <a:path w="946150" h="134619">
                <a:moveTo>
                  <a:pt x="472920" y="0"/>
                </a:moveTo>
                <a:lnTo>
                  <a:pt x="377701" y="1405"/>
                </a:lnTo>
                <a:lnTo>
                  <a:pt x="332291" y="2813"/>
                </a:lnTo>
                <a:lnTo>
                  <a:pt x="246994" y="8248"/>
                </a:lnTo>
                <a:lnTo>
                  <a:pt x="171617" y="15091"/>
                </a:lnTo>
                <a:lnTo>
                  <a:pt x="107388" y="24745"/>
                </a:lnTo>
                <a:lnTo>
                  <a:pt x="57580" y="34963"/>
                </a:lnTo>
                <a:lnTo>
                  <a:pt x="20966" y="47335"/>
                </a:lnTo>
                <a:lnTo>
                  <a:pt x="0" y="67205"/>
                </a:lnTo>
                <a:lnTo>
                  <a:pt x="2147" y="74048"/>
                </a:lnTo>
                <a:lnTo>
                  <a:pt x="37636" y="93169"/>
                </a:lnTo>
                <a:lnTo>
                  <a:pt x="80797" y="104886"/>
                </a:lnTo>
                <a:lnTo>
                  <a:pt x="138377" y="114447"/>
                </a:lnTo>
                <a:lnTo>
                  <a:pt x="246994" y="126070"/>
                </a:lnTo>
                <a:lnTo>
                  <a:pt x="332291" y="131599"/>
                </a:lnTo>
                <a:lnTo>
                  <a:pt x="377701" y="132911"/>
                </a:lnTo>
                <a:lnTo>
                  <a:pt x="472920" y="134317"/>
                </a:lnTo>
                <a:lnTo>
                  <a:pt x="568239" y="132911"/>
                </a:lnTo>
                <a:lnTo>
                  <a:pt x="613651" y="131599"/>
                </a:lnTo>
                <a:lnTo>
                  <a:pt x="697823" y="126070"/>
                </a:lnTo>
                <a:lnTo>
                  <a:pt x="773200" y="119227"/>
                </a:lnTo>
                <a:lnTo>
                  <a:pt x="837429" y="109667"/>
                </a:lnTo>
                <a:lnTo>
                  <a:pt x="888362" y="99355"/>
                </a:lnTo>
                <a:lnTo>
                  <a:pt x="924976" y="87077"/>
                </a:lnTo>
                <a:lnTo>
                  <a:pt x="945942" y="67205"/>
                </a:lnTo>
                <a:lnTo>
                  <a:pt x="943795" y="60364"/>
                </a:lnTo>
                <a:lnTo>
                  <a:pt x="908305" y="41149"/>
                </a:lnTo>
                <a:lnTo>
                  <a:pt x="865145" y="29526"/>
                </a:lnTo>
                <a:lnTo>
                  <a:pt x="807565" y="19871"/>
                </a:lnTo>
                <a:lnTo>
                  <a:pt x="697823" y="8248"/>
                </a:lnTo>
                <a:lnTo>
                  <a:pt x="613651" y="2813"/>
                </a:lnTo>
                <a:lnTo>
                  <a:pt x="568239" y="1405"/>
                </a:lnTo>
                <a:lnTo>
                  <a:pt x="472920" y="0"/>
                </a:lnTo>
                <a:close/>
              </a:path>
            </a:pathLst>
          </a:custGeom>
          <a:solidFill>
            <a:srgbClr val="FF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0"/>
          <p:cNvSpPr/>
          <p:nvPr/>
        </p:nvSpPr>
        <p:spPr>
          <a:xfrm>
            <a:off x="5187541" y="2919910"/>
            <a:ext cx="33655" cy="654050"/>
          </a:xfrm>
          <a:custGeom>
            <a:avLst/>
            <a:gdLst/>
            <a:ahLst/>
            <a:cxnLst/>
            <a:rect l="l" t="t" r="r" b="b"/>
            <a:pathLst>
              <a:path w="33654" h="654050">
                <a:moveTo>
                  <a:pt x="0" y="654050"/>
                </a:moveTo>
                <a:lnTo>
                  <a:pt x="33239" y="654050"/>
                </a:lnTo>
                <a:lnTo>
                  <a:pt x="33239" y="0"/>
                </a:lnTo>
                <a:lnTo>
                  <a:pt x="0" y="0"/>
                </a:lnTo>
                <a:lnTo>
                  <a:pt x="0" y="6540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1"/>
          <p:cNvSpPr/>
          <p:nvPr/>
        </p:nvSpPr>
        <p:spPr>
          <a:xfrm>
            <a:off x="5220780" y="3572691"/>
            <a:ext cx="27305" cy="1270"/>
          </a:xfrm>
          <a:custGeom>
            <a:avLst/>
            <a:gdLst/>
            <a:ahLst/>
            <a:cxnLst/>
            <a:rect l="l" t="t" r="r" b="b"/>
            <a:pathLst>
              <a:path w="27304" h="1270">
                <a:moveTo>
                  <a:pt x="0" y="1270"/>
                </a:moveTo>
                <a:lnTo>
                  <a:pt x="27014" y="1270"/>
                </a:lnTo>
                <a:lnTo>
                  <a:pt x="2701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2"/>
          <p:cNvSpPr/>
          <p:nvPr/>
        </p:nvSpPr>
        <p:spPr>
          <a:xfrm>
            <a:off x="5220780" y="3571421"/>
            <a:ext cx="59690" cy="1270"/>
          </a:xfrm>
          <a:custGeom>
            <a:avLst/>
            <a:gdLst/>
            <a:ahLst/>
            <a:cxnLst/>
            <a:rect l="l" t="t" r="r" b="b"/>
            <a:pathLst>
              <a:path w="59689" h="1270">
                <a:moveTo>
                  <a:pt x="0" y="1269"/>
                </a:moveTo>
                <a:lnTo>
                  <a:pt x="59626" y="1269"/>
                </a:lnTo>
                <a:lnTo>
                  <a:pt x="59626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3"/>
          <p:cNvSpPr/>
          <p:nvPr/>
        </p:nvSpPr>
        <p:spPr>
          <a:xfrm>
            <a:off x="5220780" y="2919910"/>
            <a:ext cx="66675" cy="651510"/>
          </a:xfrm>
          <a:custGeom>
            <a:avLst/>
            <a:gdLst/>
            <a:ahLst/>
            <a:cxnLst/>
            <a:rect l="l" t="t" r="r" b="b"/>
            <a:pathLst>
              <a:path w="66675" h="651510">
                <a:moveTo>
                  <a:pt x="0" y="651510"/>
                </a:moveTo>
                <a:lnTo>
                  <a:pt x="66478" y="651510"/>
                </a:lnTo>
                <a:lnTo>
                  <a:pt x="66478" y="0"/>
                </a:lnTo>
                <a:lnTo>
                  <a:pt x="0" y="0"/>
                </a:lnTo>
                <a:lnTo>
                  <a:pt x="0" y="65151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4"/>
          <p:cNvSpPr/>
          <p:nvPr/>
        </p:nvSpPr>
        <p:spPr>
          <a:xfrm>
            <a:off x="5254019" y="2920052"/>
            <a:ext cx="66675" cy="653415"/>
          </a:xfrm>
          <a:custGeom>
            <a:avLst/>
            <a:gdLst/>
            <a:ahLst/>
            <a:cxnLst/>
            <a:rect l="l" t="t" r="r" b="b"/>
            <a:pathLst>
              <a:path w="66675" h="653414">
                <a:moveTo>
                  <a:pt x="66479" y="0"/>
                </a:moveTo>
                <a:lnTo>
                  <a:pt x="0" y="0"/>
                </a:lnTo>
                <a:lnTo>
                  <a:pt x="0" y="653404"/>
                </a:lnTo>
                <a:lnTo>
                  <a:pt x="8898" y="652748"/>
                </a:lnTo>
                <a:lnTo>
                  <a:pt x="16569" y="652092"/>
                </a:lnTo>
                <a:lnTo>
                  <a:pt x="25467" y="652092"/>
                </a:lnTo>
                <a:lnTo>
                  <a:pt x="33239" y="651342"/>
                </a:lnTo>
                <a:lnTo>
                  <a:pt x="49808" y="650030"/>
                </a:lnTo>
                <a:lnTo>
                  <a:pt x="58707" y="650030"/>
                </a:lnTo>
                <a:lnTo>
                  <a:pt x="66479" y="649281"/>
                </a:lnTo>
                <a:lnTo>
                  <a:pt x="66479" y="0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5"/>
          <p:cNvSpPr/>
          <p:nvPr/>
        </p:nvSpPr>
        <p:spPr>
          <a:xfrm>
            <a:off x="5286133" y="2920052"/>
            <a:ext cx="67945" cy="651510"/>
          </a:xfrm>
          <a:custGeom>
            <a:avLst/>
            <a:gdLst/>
            <a:ahLst/>
            <a:cxnLst/>
            <a:rect l="l" t="t" r="r" b="b"/>
            <a:pathLst>
              <a:path w="67945" h="651510">
                <a:moveTo>
                  <a:pt x="67604" y="0"/>
                </a:moveTo>
                <a:lnTo>
                  <a:pt x="0" y="0"/>
                </a:lnTo>
                <a:lnTo>
                  <a:pt x="0" y="651342"/>
                </a:lnTo>
                <a:lnTo>
                  <a:pt x="17693" y="650030"/>
                </a:lnTo>
                <a:lnTo>
                  <a:pt x="26592" y="650030"/>
                </a:lnTo>
                <a:lnTo>
                  <a:pt x="34364" y="649281"/>
                </a:lnTo>
                <a:lnTo>
                  <a:pt x="59830" y="647312"/>
                </a:lnTo>
                <a:lnTo>
                  <a:pt x="67604" y="646562"/>
                </a:lnTo>
                <a:lnTo>
                  <a:pt x="67604" y="0"/>
                </a:lnTo>
                <a:close/>
              </a:path>
            </a:pathLst>
          </a:custGeom>
          <a:solidFill>
            <a:srgbClr val="FFEF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6"/>
          <p:cNvSpPr/>
          <p:nvPr/>
        </p:nvSpPr>
        <p:spPr>
          <a:xfrm>
            <a:off x="5319373" y="2920052"/>
            <a:ext cx="67945" cy="649605"/>
          </a:xfrm>
          <a:custGeom>
            <a:avLst/>
            <a:gdLst/>
            <a:ahLst/>
            <a:cxnLst/>
            <a:rect l="l" t="t" r="r" b="b"/>
            <a:pathLst>
              <a:path w="67945" h="649604">
                <a:moveTo>
                  <a:pt x="67604" y="0"/>
                </a:moveTo>
                <a:lnTo>
                  <a:pt x="0" y="0"/>
                </a:lnTo>
                <a:lnTo>
                  <a:pt x="0" y="649281"/>
                </a:lnTo>
                <a:lnTo>
                  <a:pt x="26591" y="647312"/>
                </a:lnTo>
                <a:lnTo>
                  <a:pt x="34364" y="646562"/>
                </a:lnTo>
                <a:lnTo>
                  <a:pt x="67604" y="643844"/>
                </a:lnTo>
                <a:lnTo>
                  <a:pt x="67604" y="0"/>
                </a:lnTo>
                <a:close/>
              </a:path>
            </a:pathLst>
          </a:custGeom>
          <a:solidFill>
            <a:srgbClr val="FFEA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07"/>
          <p:cNvSpPr/>
          <p:nvPr/>
        </p:nvSpPr>
        <p:spPr>
          <a:xfrm>
            <a:off x="5352612" y="2920052"/>
            <a:ext cx="66675" cy="647065"/>
          </a:xfrm>
          <a:custGeom>
            <a:avLst/>
            <a:gdLst/>
            <a:ahLst/>
            <a:cxnLst/>
            <a:rect l="l" t="t" r="r" b="b"/>
            <a:pathLst>
              <a:path w="66675" h="647064">
                <a:moveTo>
                  <a:pt x="66479" y="0"/>
                </a:moveTo>
                <a:lnTo>
                  <a:pt x="0" y="0"/>
                </a:lnTo>
                <a:lnTo>
                  <a:pt x="0" y="646562"/>
                </a:lnTo>
                <a:lnTo>
                  <a:pt x="17693" y="645250"/>
                </a:lnTo>
                <a:lnTo>
                  <a:pt x="26591" y="644500"/>
                </a:lnTo>
                <a:lnTo>
                  <a:pt x="35387" y="643187"/>
                </a:lnTo>
                <a:lnTo>
                  <a:pt x="43159" y="642438"/>
                </a:lnTo>
                <a:lnTo>
                  <a:pt x="50933" y="641781"/>
                </a:lnTo>
                <a:lnTo>
                  <a:pt x="58705" y="640375"/>
                </a:lnTo>
                <a:lnTo>
                  <a:pt x="66479" y="639720"/>
                </a:lnTo>
                <a:lnTo>
                  <a:pt x="66479" y="0"/>
                </a:lnTo>
                <a:close/>
              </a:path>
            </a:pathLst>
          </a:custGeom>
          <a:solidFill>
            <a:srgbClr val="FFE2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08"/>
          <p:cNvSpPr/>
          <p:nvPr/>
        </p:nvSpPr>
        <p:spPr>
          <a:xfrm>
            <a:off x="5385852" y="2920052"/>
            <a:ext cx="66675" cy="643890"/>
          </a:xfrm>
          <a:custGeom>
            <a:avLst/>
            <a:gdLst/>
            <a:ahLst/>
            <a:cxnLst/>
            <a:rect l="l" t="t" r="r" b="b"/>
            <a:pathLst>
              <a:path w="66675" h="643889">
                <a:moveTo>
                  <a:pt x="66478" y="0"/>
                </a:moveTo>
                <a:lnTo>
                  <a:pt x="0" y="0"/>
                </a:lnTo>
                <a:lnTo>
                  <a:pt x="0" y="643844"/>
                </a:lnTo>
                <a:lnTo>
                  <a:pt x="8794" y="642438"/>
                </a:lnTo>
                <a:lnTo>
                  <a:pt x="17693" y="641781"/>
                </a:lnTo>
                <a:lnTo>
                  <a:pt x="26591" y="640375"/>
                </a:lnTo>
                <a:lnTo>
                  <a:pt x="35387" y="639720"/>
                </a:lnTo>
                <a:lnTo>
                  <a:pt x="43159" y="638407"/>
                </a:lnTo>
                <a:lnTo>
                  <a:pt x="50932" y="637658"/>
                </a:lnTo>
                <a:lnTo>
                  <a:pt x="58705" y="636346"/>
                </a:lnTo>
                <a:lnTo>
                  <a:pt x="66478" y="635595"/>
                </a:lnTo>
                <a:lnTo>
                  <a:pt x="66478" y="0"/>
                </a:lnTo>
                <a:close/>
              </a:path>
            </a:pathLst>
          </a:custGeom>
          <a:solidFill>
            <a:srgbClr val="FFDD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09"/>
          <p:cNvSpPr/>
          <p:nvPr/>
        </p:nvSpPr>
        <p:spPr>
          <a:xfrm>
            <a:off x="5419092" y="2920052"/>
            <a:ext cx="66675" cy="640080"/>
          </a:xfrm>
          <a:custGeom>
            <a:avLst/>
            <a:gdLst/>
            <a:ahLst/>
            <a:cxnLst/>
            <a:rect l="l" t="t" r="r" b="b"/>
            <a:pathLst>
              <a:path w="66675" h="640079">
                <a:moveTo>
                  <a:pt x="66478" y="0"/>
                </a:moveTo>
                <a:lnTo>
                  <a:pt x="0" y="0"/>
                </a:lnTo>
                <a:lnTo>
                  <a:pt x="0" y="639720"/>
                </a:lnTo>
                <a:lnTo>
                  <a:pt x="8794" y="638407"/>
                </a:lnTo>
                <a:lnTo>
                  <a:pt x="17692" y="637658"/>
                </a:lnTo>
                <a:lnTo>
                  <a:pt x="26591" y="636346"/>
                </a:lnTo>
                <a:lnTo>
                  <a:pt x="35386" y="634939"/>
                </a:lnTo>
                <a:lnTo>
                  <a:pt x="43159" y="634283"/>
                </a:lnTo>
                <a:lnTo>
                  <a:pt x="58705" y="631471"/>
                </a:lnTo>
                <a:lnTo>
                  <a:pt x="66478" y="630158"/>
                </a:lnTo>
                <a:lnTo>
                  <a:pt x="66478" y="0"/>
                </a:lnTo>
                <a:close/>
              </a:path>
            </a:pathLst>
          </a:custGeom>
          <a:solidFill>
            <a:srgbClr val="FFD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0"/>
          <p:cNvSpPr/>
          <p:nvPr/>
        </p:nvSpPr>
        <p:spPr>
          <a:xfrm>
            <a:off x="5452330" y="2920052"/>
            <a:ext cx="66675" cy="635635"/>
          </a:xfrm>
          <a:custGeom>
            <a:avLst/>
            <a:gdLst/>
            <a:ahLst/>
            <a:cxnLst/>
            <a:rect l="l" t="t" r="r" b="b"/>
            <a:pathLst>
              <a:path w="66675" h="635635">
                <a:moveTo>
                  <a:pt x="66479" y="0"/>
                </a:moveTo>
                <a:lnTo>
                  <a:pt x="0" y="0"/>
                </a:lnTo>
                <a:lnTo>
                  <a:pt x="0" y="635595"/>
                </a:lnTo>
                <a:lnTo>
                  <a:pt x="18818" y="632877"/>
                </a:lnTo>
                <a:lnTo>
                  <a:pt x="27614" y="631471"/>
                </a:lnTo>
                <a:lnTo>
                  <a:pt x="35387" y="629503"/>
                </a:lnTo>
                <a:lnTo>
                  <a:pt x="44286" y="628097"/>
                </a:lnTo>
                <a:lnTo>
                  <a:pt x="52058" y="626691"/>
                </a:lnTo>
                <a:lnTo>
                  <a:pt x="58705" y="624629"/>
                </a:lnTo>
                <a:lnTo>
                  <a:pt x="66479" y="623317"/>
                </a:lnTo>
                <a:lnTo>
                  <a:pt x="66479" y="0"/>
                </a:lnTo>
                <a:close/>
              </a:path>
            </a:pathLst>
          </a:custGeom>
          <a:solidFill>
            <a:srgbClr val="FFD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1"/>
          <p:cNvSpPr/>
          <p:nvPr/>
        </p:nvSpPr>
        <p:spPr>
          <a:xfrm>
            <a:off x="5485570" y="2920052"/>
            <a:ext cx="66675" cy="630555"/>
          </a:xfrm>
          <a:custGeom>
            <a:avLst/>
            <a:gdLst/>
            <a:ahLst/>
            <a:cxnLst/>
            <a:rect l="l" t="t" r="r" b="b"/>
            <a:pathLst>
              <a:path w="66675" h="630555">
                <a:moveTo>
                  <a:pt x="66479" y="0"/>
                </a:moveTo>
                <a:lnTo>
                  <a:pt x="0" y="0"/>
                </a:lnTo>
                <a:lnTo>
                  <a:pt x="0" y="630158"/>
                </a:lnTo>
                <a:lnTo>
                  <a:pt x="9921" y="628097"/>
                </a:lnTo>
                <a:lnTo>
                  <a:pt x="19944" y="626691"/>
                </a:lnTo>
                <a:lnTo>
                  <a:pt x="37637" y="622566"/>
                </a:lnTo>
                <a:lnTo>
                  <a:pt x="45410" y="620598"/>
                </a:lnTo>
                <a:lnTo>
                  <a:pt x="53183" y="618536"/>
                </a:lnTo>
                <a:lnTo>
                  <a:pt x="59830" y="615725"/>
                </a:lnTo>
                <a:lnTo>
                  <a:pt x="66479" y="613662"/>
                </a:lnTo>
                <a:lnTo>
                  <a:pt x="66479" y="0"/>
                </a:lnTo>
                <a:close/>
              </a:path>
            </a:pathLst>
          </a:custGeom>
          <a:solidFill>
            <a:srgbClr val="FFCE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2"/>
          <p:cNvSpPr/>
          <p:nvPr/>
        </p:nvSpPr>
        <p:spPr>
          <a:xfrm>
            <a:off x="5518810" y="2920052"/>
            <a:ext cx="66675" cy="623570"/>
          </a:xfrm>
          <a:custGeom>
            <a:avLst/>
            <a:gdLst/>
            <a:ahLst/>
            <a:cxnLst/>
            <a:rect l="l" t="t" r="r" b="b"/>
            <a:pathLst>
              <a:path w="66675" h="623569">
                <a:moveTo>
                  <a:pt x="66376" y="0"/>
                </a:moveTo>
                <a:lnTo>
                  <a:pt x="0" y="0"/>
                </a:lnTo>
                <a:lnTo>
                  <a:pt x="0" y="623317"/>
                </a:lnTo>
                <a:lnTo>
                  <a:pt x="39785" y="610944"/>
                </a:lnTo>
                <a:lnTo>
                  <a:pt x="66376" y="589010"/>
                </a:lnTo>
                <a:lnTo>
                  <a:pt x="66376" y="0"/>
                </a:lnTo>
                <a:close/>
              </a:path>
            </a:pathLst>
          </a:custGeom>
          <a:solidFill>
            <a:srgbClr val="FFC9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3"/>
          <p:cNvSpPr/>
          <p:nvPr/>
        </p:nvSpPr>
        <p:spPr>
          <a:xfrm>
            <a:off x="5154301" y="2919910"/>
            <a:ext cx="33655" cy="655320"/>
          </a:xfrm>
          <a:custGeom>
            <a:avLst/>
            <a:gdLst/>
            <a:ahLst/>
            <a:cxnLst/>
            <a:rect l="l" t="t" r="r" b="b"/>
            <a:pathLst>
              <a:path w="33654" h="655320">
                <a:moveTo>
                  <a:pt x="0" y="655320"/>
                </a:moveTo>
                <a:lnTo>
                  <a:pt x="33239" y="655320"/>
                </a:lnTo>
                <a:lnTo>
                  <a:pt x="33239" y="0"/>
                </a:lnTo>
                <a:lnTo>
                  <a:pt x="0" y="0"/>
                </a:lnTo>
                <a:lnTo>
                  <a:pt x="0" y="655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4"/>
          <p:cNvSpPr/>
          <p:nvPr/>
        </p:nvSpPr>
        <p:spPr>
          <a:xfrm>
            <a:off x="5121061" y="2920052"/>
            <a:ext cx="33655" cy="656590"/>
          </a:xfrm>
          <a:custGeom>
            <a:avLst/>
            <a:gdLst/>
            <a:ahLst/>
            <a:cxnLst/>
            <a:rect l="l" t="t" r="r" b="b"/>
            <a:pathLst>
              <a:path w="33655" h="656589">
                <a:moveTo>
                  <a:pt x="0" y="656216"/>
                </a:moveTo>
                <a:lnTo>
                  <a:pt x="33239" y="656216"/>
                </a:lnTo>
                <a:lnTo>
                  <a:pt x="33239" y="0"/>
                </a:lnTo>
                <a:lnTo>
                  <a:pt x="0" y="0"/>
                </a:lnTo>
                <a:lnTo>
                  <a:pt x="0" y="656216"/>
                </a:lnTo>
                <a:close/>
              </a:path>
            </a:pathLst>
          </a:custGeom>
          <a:solidFill>
            <a:srgbClr val="FFF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5"/>
          <p:cNvSpPr/>
          <p:nvPr/>
        </p:nvSpPr>
        <p:spPr>
          <a:xfrm>
            <a:off x="5064827" y="3575230"/>
            <a:ext cx="56515" cy="1270"/>
          </a:xfrm>
          <a:custGeom>
            <a:avLst/>
            <a:gdLst/>
            <a:ahLst/>
            <a:cxnLst/>
            <a:rect l="l" t="t" r="r" b="b"/>
            <a:pathLst>
              <a:path w="56514" h="1270">
                <a:moveTo>
                  <a:pt x="0" y="1269"/>
                </a:moveTo>
                <a:lnTo>
                  <a:pt x="56234" y="1269"/>
                </a:lnTo>
                <a:lnTo>
                  <a:pt x="56234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6"/>
          <p:cNvSpPr/>
          <p:nvPr/>
        </p:nvSpPr>
        <p:spPr>
          <a:xfrm>
            <a:off x="5087821" y="2919910"/>
            <a:ext cx="33655" cy="655320"/>
          </a:xfrm>
          <a:custGeom>
            <a:avLst/>
            <a:gdLst/>
            <a:ahLst/>
            <a:cxnLst/>
            <a:rect l="l" t="t" r="r" b="b"/>
            <a:pathLst>
              <a:path w="33655" h="655320">
                <a:moveTo>
                  <a:pt x="0" y="655320"/>
                </a:moveTo>
                <a:lnTo>
                  <a:pt x="33239" y="655320"/>
                </a:lnTo>
                <a:lnTo>
                  <a:pt x="33239" y="0"/>
                </a:lnTo>
                <a:lnTo>
                  <a:pt x="0" y="0"/>
                </a:lnTo>
                <a:lnTo>
                  <a:pt x="0" y="655320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17"/>
          <p:cNvSpPr/>
          <p:nvPr/>
        </p:nvSpPr>
        <p:spPr>
          <a:xfrm>
            <a:off x="5058700" y="3575230"/>
            <a:ext cx="29209" cy="1270"/>
          </a:xfrm>
          <a:custGeom>
            <a:avLst/>
            <a:gdLst/>
            <a:ahLst/>
            <a:cxnLst/>
            <a:rect l="l" t="t" r="r" b="b"/>
            <a:pathLst>
              <a:path w="29210" h="1270">
                <a:moveTo>
                  <a:pt x="0" y="1269"/>
                </a:moveTo>
                <a:lnTo>
                  <a:pt x="29121" y="1269"/>
                </a:lnTo>
                <a:lnTo>
                  <a:pt x="29121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18"/>
          <p:cNvSpPr/>
          <p:nvPr/>
        </p:nvSpPr>
        <p:spPr>
          <a:xfrm>
            <a:off x="5054583" y="2919910"/>
            <a:ext cx="33655" cy="655320"/>
          </a:xfrm>
          <a:custGeom>
            <a:avLst/>
            <a:gdLst/>
            <a:ahLst/>
            <a:cxnLst/>
            <a:rect l="l" t="t" r="r" b="b"/>
            <a:pathLst>
              <a:path w="33655" h="655320">
                <a:moveTo>
                  <a:pt x="0" y="655320"/>
                </a:moveTo>
                <a:lnTo>
                  <a:pt x="33238" y="655320"/>
                </a:lnTo>
                <a:lnTo>
                  <a:pt x="33238" y="0"/>
                </a:lnTo>
                <a:lnTo>
                  <a:pt x="0" y="0"/>
                </a:lnTo>
                <a:lnTo>
                  <a:pt x="0" y="655320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19"/>
          <p:cNvSpPr/>
          <p:nvPr/>
        </p:nvSpPr>
        <p:spPr>
          <a:xfrm>
            <a:off x="5000492" y="3573961"/>
            <a:ext cx="54610" cy="1270"/>
          </a:xfrm>
          <a:custGeom>
            <a:avLst/>
            <a:gdLst/>
            <a:ahLst/>
            <a:cxnLst/>
            <a:rect l="l" t="t" r="r" b="b"/>
            <a:pathLst>
              <a:path w="54610" h="1270">
                <a:moveTo>
                  <a:pt x="0" y="1270"/>
                </a:moveTo>
                <a:lnTo>
                  <a:pt x="54090" y="1270"/>
                </a:lnTo>
                <a:lnTo>
                  <a:pt x="54090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0"/>
          <p:cNvSpPr/>
          <p:nvPr/>
        </p:nvSpPr>
        <p:spPr>
          <a:xfrm>
            <a:off x="5021343" y="2919910"/>
            <a:ext cx="33655" cy="654050"/>
          </a:xfrm>
          <a:custGeom>
            <a:avLst/>
            <a:gdLst/>
            <a:ahLst/>
            <a:cxnLst/>
            <a:rect l="l" t="t" r="r" b="b"/>
            <a:pathLst>
              <a:path w="33655" h="654050">
                <a:moveTo>
                  <a:pt x="0" y="654050"/>
                </a:moveTo>
                <a:lnTo>
                  <a:pt x="33239" y="654050"/>
                </a:lnTo>
                <a:lnTo>
                  <a:pt x="33239" y="0"/>
                </a:lnTo>
                <a:lnTo>
                  <a:pt x="0" y="0"/>
                </a:lnTo>
                <a:lnTo>
                  <a:pt x="0" y="654050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1"/>
          <p:cNvSpPr/>
          <p:nvPr/>
        </p:nvSpPr>
        <p:spPr>
          <a:xfrm>
            <a:off x="5008933" y="3573961"/>
            <a:ext cx="12700" cy="1270"/>
          </a:xfrm>
          <a:custGeom>
            <a:avLst/>
            <a:gdLst/>
            <a:ahLst/>
            <a:cxnLst/>
            <a:rect l="l" t="t" r="r" b="b"/>
            <a:pathLst>
              <a:path w="12700" h="1270">
                <a:moveTo>
                  <a:pt x="0" y="1270"/>
                </a:moveTo>
                <a:lnTo>
                  <a:pt x="12410" y="1270"/>
                </a:lnTo>
                <a:lnTo>
                  <a:pt x="12410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2"/>
          <p:cNvSpPr/>
          <p:nvPr/>
        </p:nvSpPr>
        <p:spPr>
          <a:xfrm>
            <a:off x="4977535" y="3572691"/>
            <a:ext cx="43815" cy="1270"/>
          </a:xfrm>
          <a:custGeom>
            <a:avLst/>
            <a:gdLst/>
            <a:ahLst/>
            <a:cxnLst/>
            <a:rect l="l" t="t" r="r" b="b"/>
            <a:pathLst>
              <a:path w="43814" h="1270">
                <a:moveTo>
                  <a:pt x="0" y="1270"/>
                </a:moveTo>
                <a:lnTo>
                  <a:pt x="43808" y="1270"/>
                </a:lnTo>
                <a:lnTo>
                  <a:pt x="43808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3"/>
          <p:cNvSpPr/>
          <p:nvPr/>
        </p:nvSpPr>
        <p:spPr>
          <a:xfrm>
            <a:off x="4954864" y="2919910"/>
            <a:ext cx="66675" cy="652780"/>
          </a:xfrm>
          <a:custGeom>
            <a:avLst/>
            <a:gdLst/>
            <a:ahLst/>
            <a:cxnLst/>
            <a:rect l="l" t="t" r="r" b="b"/>
            <a:pathLst>
              <a:path w="66675" h="652779">
                <a:moveTo>
                  <a:pt x="0" y="652779"/>
                </a:moveTo>
                <a:lnTo>
                  <a:pt x="66479" y="652779"/>
                </a:lnTo>
                <a:lnTo>
                  <a:pt x="66479" y="0"/>
                </a:lnTo>
                <a:lnTo>
                  <a:pt x="0" y="0"/>
                </a:lnTo>
                <a:lnTo>
                  <a:pt x="0" y="65277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4"/>
          <p:cNvSpPr/>
          <p:nvPr/>
        </p:nvSpPr>
        <p:spPr>
          <a:xfrm>
            <a:off x="4920602" y="2920052"/>
            <a:ext cx="67945" cy="654685"/>
          </a:xfrm>
          <a:custGeom>
            <a:avLst/>
            <a:gdLst/>
            <a:ahLst/>
            <a:cxnLst/>
            <a:rect l="l" t="t" r="r" b="b"/>
            <a:pathLst>
              <a:path w="67944" h="654685">
                <a:moveTo>
                  <a:pt x="67501" y="0"/>
                </a:moveTo>
                <a:lnTo>
                  <a:pt x="0" y="0"/>
                </a:lnTo>
                <a:lnTo>
                  <a:pt x="0" y="650687"/>
                </a:lnTo>
                <a:lnTo>
                  <a:pt x="8796" y="651342"/>
                </a:lnTo>
                <a:lnTo>
                  <a:pt x="16568" y="651342"/>
                </a:lnTo>
                <a:lnTo>
                  <a:pt x="25467" y="652092"/>
                </a:lnTo>
                <a:lnTo>
                  <a:pt x="33239" y="652092"/>
                </a:lnTo>
                <a:lnTo>
                  <a:pt x="49808" y="653404"/>
                </a:lnTo>
                <a:lnTo>
                  <a:pt x="58705" y="653404"/>
                </a:lnTo>
                <a:lnTo>
                  <a:pt x="67501" y="654154"/>
                </a:lnTo>
                <a:lnTo>
                  <a:pt x="67501" y="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5"/>
          <p:cNvSpPr/>
          <p:nvPr/>
        </p:nvSpPr>
        <p:spPr>
          <a:xfrm>
            <a:off x="4887362" y="2920052"/>
            <a:ext cx="67945" cy="652145"/>
          </a:xfrm>
          <a:custGeom>
            <a:avLst/>
            <a:gdLst/>
            <a:ahLst/>
            <a:cxnLst/>
            <a:rect l="l" t="t" r="r" b="b"/>
            <a:pathLst>
              <a:path w="67944" h="652145">
                <a:moveTo>
                  <a:pt x="67501" y="0"/>
                </a:moveTo>
                <a:lnTo>
                  <a:pt x="0" y="0"/>
                </a:lnTo>
                <a:lnTo>
                  <a:pt x="0" y="647967"/>
                </a:lnTo>
                <a:lnTo>
                  <a:pt x="33239" y="650687"/>
                </a:lnTo>
                <a:lnTo>
                  <a:pt x="42035" y="650687"/>
                </a:lnTo>
                <a:lnTo>
                  <a:pt x="58707" y="652092"/>
                </a:lnTo>
                <a:lnTo>
                  <a:pt x="67501" y="652092"/>
                </a:lnTo>
                <a:lnTo>
                  <a:pt x="67501" y="0"/>
                </a:lnTo>
                <a:close/>
              </a:path>
            </a:pathLst>
          </a:custGeom>
          <a:solidFill>
            <a:srgbClr val="FFE5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6"/>
          <p:cNvSpPr/>
          <p:nvPr/>
        </p:nvSpPr>
        <p:spPr>
          <a:xfrm>
            <a:off x="4854124" y="2920052"/>
            <a:ext cx="66675" cy="650875"/>
          </a:xfrm>
          <a:custGeom>
            <a:avLst/>
            <a:gdLst/>
            <a:ahLst/>
            <a:cxnLst/>
            <a:rect l="l" t="t" r="r" b="b"/>
            <a:pathLst>
              <a:path w="66675" h="650875">
                <a:moveTo>
                  <a:pt x="66478" y="0"/>
                </a:moveTo>
                <a:lnTo>
                  <a:pt x="0" y="0"/>
                </a:lnTo>
                <a:lnTo>
                  <a:pt x="0" y="645250"/>
                </a:lnTo>
                <a:lnTo>
                  <a:pt x="32114" y="647967"/>
                </a:lnTo>
                <a:lnTo>
                  <a:pt x="41012" y="648624"/>
                </a:lnTo>
                <a:lnTo>
                  <a:pt x="57580" y="650030"/>
                </a:lnTo>
                <a:lnTo>
                  <a:pt x="66478" y="650687"/>
                </a:lnTo>
                <a:lnTo>
                  <a:pt x="66478" y="0"/>
                </a:lnTo>
                <a:close/>
              </a:path>
            </a:pathLst>
          </a:custGeom>
          <a:solidFill>
            <a:srgbClr val="FFE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27"/>
          <p:cNvSpPr/>
          <p:nvPr/>
        </p:nvSpPr>
        <p:spPr>
          <a:xfrm>
            <a:off x="4820884" y="2920052"/>
            <a:ext cx="66675" cy="648335"/>
          </a:xfrm>
          <a:custGeom>
            <a:avLst/>
            <a:gdLst/>
            <a:ahLst/>
            <a:cxnLst/>
            <a:rect l="l" t="t" r="r" b="b"/>
            <a:pathLst>
              <a:path w="66675" h="648335">
                <a:moveTo>
                  <a:pt x="66478" y="0"/>
                </a:moveTo>
                <a:lnTo>
                  <a:pt x="0" y="0"/>
                </a:lnTo>
                <a:lnTo>
                  <a:pt x="0" y="641781"/>
                </a:lnTo>
                <a:lnTo>
                  <a:pt x="7772" y="642438"/>
                </a:lnTo>
                <a:lnTo>
                  <a:pt x="15443" y="643844"/>
                </a:lnTo>
                <a:lnTo>
                  <a:pt x="24340" y="644500"/>
                </a:lnTo>
                <a:lnTo>
                  <a:pt x="32114" y="645250"/>
                </a:lnTo>
                <a:lnTo>
                  <a:pt x="41012" y="645906"/>
                </a:lnTo>
                <a:lnTo>
                  <a:pt x="57580" y="647312"/>
                </a:lnTo>
                <a:lnTo>
                  <a:pt x="66478" y="647967"/>
                </a:lnTo>
                <a:lnTo>
                  <a:pt x="66478" y="0"/>
                </a:lnTo>
                <a:close/>
              </a:path>
            </a:pathLst>
          </a:custGeom>
          <a:solidFill>
            <a:srgbClr val="FFDD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28"/>
          <p:cNvSpPr/>
          <p:nvPr/>
        </p:nvSpPr>
        <p:spPr>
          <a:xfrm>
            <a:off x="4787644" y="2920052"/>
            <a:ext cx="66675" cy="645795"/>
          </a:xfrm>
          <a:custGeom>
            <a:avLst/>
            <a:gdLst/>
            <a:ahLst/>
            <a:cxnLst/>
            <a:rect l="l" t="t" r="r" b="b"/>
            <a:pathLst>
              <a:path w="66675" h="645795">
                <a:moveTo>
                  <a:pt x="66479" y="0"/>
                </a:moveTo>
                <a:lnTo>
                  <a:pt x="0" y="0"/>
                </a:lnTo>
                <a:lnTo>
                  <a:pt x="0" y="637658"/>
                </a:lnTo>
                <a:lnTo>
                  <a:pt x="7772" y="638407"/>
                </a:lnTo>
                <a:lnTo>
                  <a:pt x="15546" y="639720"/>
                </a:lnTo>
                <a:lnTo>
                  <a:pt x="23216" y="640375"/>
                </a:lnTo>
                <a:lnTo>
                  <a:pt x="32114" y="641781"/>
                </a:lnTo>
                <a:lnTo>
                  <a:pt x="41012" y="642438"/>
                </a:lnTo>
                <a:lnTo>
                  <a:pt x="48682" y="643844"/>
                </a:lnTo>
                <a:lnTo>
                  <a:pt x="57580" y="644500"/>
                </a:lnTo>
                <a:lnTo>
                  <a:pt x="66479" y="645250"/>
                </a:lnTo>
                <a:lnTo>
                  <a:pt x="66479" y="0"/>
                </a:lnTo>
                <a:close/>
              </a:path>
            </a:pathLst>
          </a:custGeom>
          <a:solidFill>
            <a:srgbClr val="FFD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29"/>
          <p:cNvSpPr/>
          <p:nvPr/>
        </p:nvSpPr>
        <p:spPr>
          <a:xfrm>
            <a:off x="4754405" y="2920052"/>
            <a:ext cx="66675" cy="641985"/>
          </a:xfrm>
          <a:custGeom>
            <a:avLst/>
            <a:gdLst/>
            <a:ahLst/>
            <a:cxnLst/>
            <a:rect l="l" t="t" r="r" b="b"/>
            <a:pathLst>
              <a:path w="66675" h="641985">
                <a:moveTo>
                  <a:pt x="66479" y="0"/>
                </a:moveTo>
                <a:lnTo>
                  <a:pt x="0" y="0"/>
                </a:lnTo>
                <a:lnTo>
                  <a:pt x="0" y="632877"/>
                </a:lnTo>
                <a:lnTo>
                  <a:pt x="7773" y="634283"/>
                </a:lnTo>
                <a:lnTo>
                  <a:pt x="15546" y="635595"/>
                </a:lnTo>
                <a:lnTo>
                  <a:pt x="23216" y="636346"/>
                </a:lnTo>
                <a:lnTo>
                  <a:pt x="32114" y="637658"/>
                </a:lnTo>
                <a:lnTo>
                  <a:pt x="39888" y="638407"/>
                </a:lnTo>
                <a:lnTo>
                  <a:pt x="48785" y="639720"/>
                </a:lnTo>
                <a:lnTo>
                  <a:pt x="57581" y="640375"/>
                </a:lnTo>
                <a:lnTo>
                  <a:pt x="66479" y="641781"/>
                </a:lnTo>
                <a:lnTo>
                  <a:pt x="66479" y="0"/>
                </a:lnTo>
                <a:close/>
              </a:path>
            </a:pathLst>
          </a:custGeom>
          <a:solidFill>
            <a:srgbClr val="FFD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0"/>
          <p:cNvSpPr/>
          <p:nvPr/>
        </p:nvSpPr>
        <p:spPr>
          <a:xfrm>
            <a:off x="4721165" y="2920052"/>
            <a:ext cx="66675" cy="638175"/>
          </a:xfrm>
          <a:custGeom>
            <a:avLst/>
            <a:gdLst/>
            <a:ahLst/>
            <a:cxnLst/>
            <a:rect l="l" t="t" r="r" b="b"/>
            <a:pathLst>
              <a:path w="66675" h="638175">
                <a:moveTo>
                  <a:pt x="66479" y="0"/>
                </a:moveTo>
                <a:lnTo>
                  <a:pt x="0" y="0"/>
                </a:lnTo>
                <a:lnTo>
                  <a:pt x="0" y="626691"/>
                </a:lnTo>
                <a:lnTo>
                  <a:pt x="7773" y="628097"/>
                </a:lnTo>
                <a:lnTo>
                  <a:pt x="14420" y="629503"/>
                </a:lnTo>
                <a:lnTo>
                  <a:pt x="38762" y="633533"/>
                </a:lnTo>
                <a:lnTo>
                  <a:pt x="47660" y="634939"/>
                </a:lnTo>
                <a:lnTo>
                  <a:pt x="66479" y="637658"/>
                </a:lnTo>
                <a:lnTo>
                  <a:pt x="66479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1"/>
          <p:cNvSpPr/>
          <p:nvPr/>
        </p:nvSpPr>
        <p:spPr>
          <a:xfrm>
            <a:off x="4686801" y="2920052"/>
            <a:ext cx="67945" cy="633095"/>
          </a:xfrm>
          <a:custGeom>
            <a:avLst/>
            <a:gdLst/>
            <a:ahLst/>
            <a:cxnLst/>
            <a:rect l="l" t="t" r="r" b="b"/>
            <a:pathLst>
              <a:path w="67944" h="633094">
                <a:moveTo>
                  <a:pt x="67603" y="0"/>
                </a:moveTo>
                <a:lnTo>
                  <a:pt x="0" y="0"/>
                </a:lnTo>
                <a:lnTo>
                  <a:pt x="0" y="618536"/>
                </a:lnTo>
                <a:lnTo>
                  <a:pt x="7772" y="620598"/>
                </a:lnTo>
                <a:lnTo>
                  <a:pt x="14420" y="622566"/>
                </a:lnTo>
                <a:lnTo>
                  <a:pt x="22193" y="624629"/>
                </a:lnTo>
                <a:lnTo>
                  <a:pt x="31090" y="626035"/>
                </a:lnTo>
                <a:lnTo>
                  <a:pt x="39886" y="628097"/>
                </a:lnTo>
                <a:lnTo>
                  <a:pt x="48784" y="629503"/>
                </a:lnTo>
                <a:lnTo>
                  <a:pt x="57580" y="631471"/>
                </a:lnTo>
                <a:lnTo>
                  <a:pt x="67603" y="632877"/>
                </a:lnTo>
                <a:lnTo>
                  <a:pt x="67603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2"/>
          <p:cNvSpPr/>
          <p:nvPr/>
        </p:nvSpPr>
        <p:spPr>
          <a:xfrm>
            <a:off x="4653561" y="2920052"/>
            <a:ext cx="67945" cy="626745"/>
          </a:xfrm>
          <a:custGeom>
            <a:avLst/>
            <a:gdLst/>
            <a:ahLst/>
            <a:cxnLst/>
            <a:rect l="l" t="t" r="r" b="b"/>
            <a:pathLst>
              <a:path w="67944" h="626744">
                <a:moveTo>
                  <a:pt x="67603" y="0"/>
                </a:moveTo>
                <a:lnTo>
                  <a:pt x="0" y="0"/>
                </a:lnTo>
                <a:lnTo>
                  <a:pt x="0" y="605508"/>
                </a:lnTo>
                <a:lnTo>
                  <a:pt x="5523" y="608225"/>
                </a:lnTo>
                <a:lnTo>
                  <a:pt x="12170" y="610944"/>
                </a:lnTo>
                <a:lnTo>
                  <a:pt x="19944" y="613662"/>
                </a:lnTo>
                <a:lnTo>
                  <a:pt x="27716" y="616474"/>
                </a:lnTo>
                <a:lnTo>
                  <a:pt x="45410" y="621911"/>
                </a:lnTo>
                <a:lnTo>
                  <a:pt x="56558" y="624629"/>
                </a:lnTo>
                <a:lnTo>
                  <a:pt x="67603" y="626691"/>
                </a:lnTo>
                <a:lnTo>
                  <a:pt x="67603" y="0"/>
                </a:lnTo>
                <a:close/>
              </a:path>
            </a:pathLst>
          </a:custGeom>
          <a:solidFill>
            <a:srgbClr val="FFC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3"/>
          <p:cNvSpPr/>
          <p:nvPr/>
        </p:nvSpPr>
        <p:spPr>
          <a:xfrm>
            <a:off x="4663022" y="2920052"/>
            <a:ext cx="0" cy="619125"/>
          </a:xfrm>
          <a:custGeom>
            <a:avLst/>
            <a:gdLst/>
            <a:ahLst/>
            <a:cxnLst/>
            <a:rect l="l" t="t" r="r" b="b"/>
            <a:pathLst>
              <a:path h="619125">
                <a:moveTo>
                  <a:pt x="0" y="0"/>
                </a:moveTo>
                <a:lnTo>
                  <a:pt x="0" y="618536"/>
                </a:lnTo>
              </a:path>
            </a:pathLst>
          </a:custGeom>
          <a:ln w="47557">
            <a:solidFill>
              <a:srgbClr val="FFCC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4"/>
          <p:cNvSpPr/>
          <p:nvPr/>
        </p:nvSpPr>
        <p:spPr>
          <a:xfrm>
            <a:off x="5568618" y="2920052"/>
            <a:ext cx="0" cy="614045"/>
          </a:xfrm>
          <a:custGeom>
            <a:avLst/>
            <a:gdLst/>
            <a:ahLst/>
            <a:cxnLst/>
            <a:rect l="l" t="t" r="r" b="b"/>
            <a:pathLst>
              <a:path h="614044">
                <a:moveTo>
                  <a:pt x="0" y="0"/>
                </a:moveTo>
                <a:lnTo>
                  <a:pt x="0" y="613662"/>
                </a:lnTo>
              </a:path>
            </a:pathLst>
          </a:custGeom>
          <a:ln w="33136">
            <a:solidFill>
              <a:srgbClr val="FFC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5"/>
          <p:cNvSpPr/>
          <p:nvPr/>
        </p:nvSpPr>
        <p:spPr>
          <a:xfrm>
            <a:off x="4639243" y="2852846"/>
            <a:ext cx="946150" cy="134620"/>
          </a:xfrm>
          <a:custGeom>
            <a:avLst/>
            <a:gdLst/>
            <a:ahLst/>
            <a:cxnLst/>
            <a:rect l="l" t="t" r="r" b="b"/>
            <a:pathLst>
              <a:path w="946150" h="134619">
                <a:moveTo>
                  <a:pt x="472920" y="0"/>
                </a:moveTo>
                <a:lnTo>
                  <a:pt x="377701" y="1405"/>
                </a:lnTo>
                <a:lnTo>
                  <a:pt x="332291" y="2813"/>
                </a:lnTo>
                <a:lnTo>
                  <a:pt x="246994" y="8248"/>
                </a:lnTo>
                <a:lnTo>
                  <a:pt x="171617" y="15091"/>
                </a:lnTo>
                <a:lnTo>
                  <a:pt x="107388" y="24745"/>
                </a:lnTo>
                <a:lnTo>
                  <a:pt x="57580" y="34963"/>
                </a:lnTo>
                <a:lnTo>
                  <a:pt x="20966" y="47335"/>
                </a:lnTo>
                <a:lnTo>
                  <a:pt x="0" y="67205"/>
                </a:lnTo>
                <a:lnTo>
                  <a:pt x="2147" y="74048"/>
                </a:lnTo>
                <a:lnTo>
                  <a:pt x="37636" y="93169"/>
                </a:lnTo>
                <a:lnTo>
                  <a:pt x="80797" y="104886"/>
                </a:lnTo>
                <a:lnTo>
                  <a:pt x="138377" y="114447"/>
                </a:lnTo>
                <a:lnTo>
                  <a:pt x="246994" y="126070"/>
                </a:lnTo>
                <a:lnTo>
                  <a:pt x="332291" y="131599"/>
                </a:lnTo>
                <a:lnTo>
                  <a:pt x="377701" y="132911"/>
                </a:lnTo>
                <a:lnTo>
                  <a:pt x="472920" y="134317"/>
                </a:lnTo>
                <a:lnTo>
                  <a:pt x="568239" y="132911"/>
                </a:lnTo>
                <a:lnTo>
                  <a:pt x="613651" y="131599"/>
                </a:lnTo>
                <a:lnTo>
                  <a:pt x="697823" y="126070"/>
                </a:lnTo>
                <a:lnTo>
                  <a:pt x="773200" y="119227"/>
                </a:lnTo>
                <a:lnTo>
                  <a:pt x="837429" y="109667"/>
                </a:lnTo>
                <a:lnTo>
                  <a:pt x="888362" y="99355"/>
                </a:lnTo>
                <a:lnTo>
                  <a:pt x="924976" y="87077"/>
                </a:lnTo>
                <a:lnTo>
                  <a:pt x="945942" y="67205"/>
                </a:lnTo>
                <a:lnTo>
                  <a:pt x="943795" y="60364"/>
                </a:lnTo>
                <a:lnTo>
                  <a:pt x="908305" y="41149"/>
                </a:lnTo>
                <a:lnTo>
                  <a:pt x="865145" y="29526"/>
                </a:lnTo>
                <a:lnTo>
                  <a:pt x="807565" y="19871"/>
                </a:lnTo>
                <a:lnTo>
                  <a:pt x="697823" y="8248"/>
                </a:lnTo>
                <a:lnTo>
                  <a:pt x="613651" y="2813"/>
                </a:lnTo>
                <a:lnTo>
                  <a:pt x="568239" y="1405"/>
                </a:lnTo>
                <a:lnTo>
                  <a:pt x="472920" y="0"/>
                </a:lnTo>
                <a:close/>
              </a:path>
            </a:pathLst>
          </a:custGeom>
          <a:solidFill>
            <a:srgbClr val="FF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6"/>
          <p:cNvSpPr/>
          <p:nvPr/>
        </p:nvSpPr>
        <p:spPr>
          <a:xfrm>
            <a:off x="6675543" y="3572691"/>
            <a:ext cx="27305" cy="1270"/>
          </a:xfrm>
          <a:custGeom>
            <a:avLst/>
            <a:gdLst/>
            <a:ahLst/>
            <a:cxnLst/>
            <a:rect l="l" t="t" r="r" b="b"/>
            <a:pathLst>
              <a:path w="27304" h="1270">
                <a:moveTo>
                  <a:pt x="0" y="1270"/>
                </a:moveTo>
                <a:lnTo>
                  <a:pt x="27014" y="1270"/>
                </a:lnTo>
                <a:lnTo>
                  <a:pt x="2701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37"/>
          <p:cNvSpPr/>
          <p:nvPr/>
        </p:nvSpPr>
        <p:spPr>
          <a:xfrm>
            <a:off x="6675543" y="3571421"/>
            <a:ext cx="59690" cy="1270"/>
          </a:xfrm>
          <a:custGeom>
            <a:avLst/>
            <a:gdLst/>
            <a:ahLst/>
            <a:cxnLst/>
            <a:rect l="l" t="t" r="r" b="b"/>
            <a:pathLst>
              <a:path w="59689" h="1270">
                <a:moveTo>
                  <a:pt x="0" y="1269"/>
                </a:moveTo>
                <a:lnTo>
                  <a:pt x="59626" y="1269"/>
                </a:lnTo>
                <a:lnTo>
                  <a:pt x="59626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38"/>
          <p:cNvSpPr/>
          <p:nvPr/>
        </p:nvSpPr>
        <p:spPr>
          <a:xfrm>
            <a:off x="6708782" y="2920052"/>
            <a:ext cx="66675" cy="653415"/>
          </a:xfrm>
          <a:custGeom>
            <a:avLst/>
            <a:gdLst/>
            <a:ahLst/>
            <a:cxnLst/>
            <a:rect l="l" t="t" r="r" b="b"/>
            <a:pathLst>
              <a:path w="66675" h="653414">
                <a:moveTo>
                  <a:pt x="66478" y="0"/>
                </a:moveTo>
                <a:lnTo>
                  <a:pt x="0" y="0"/>
                </a:lnTo>
                <a:lnTo>
                  <a:pt x="0" y="653404"/>
                </a:lnTo>
                <a:lnTo>
                  <a:pt x="8897" y="652748"/>
                </a:lnTo>
                <a:lnTo>
                  <a:pt x="16568" y="652092"/>
                </a:lnTo>
                <a:lnTo>
                  <a:pt x="25466" y="652092"/>
                </a:lnTo>
                <a:lnTo>
                  <a:pt x="33239" y="651342"/>
                </a:lnTo>
                <a:lnTo>
                  <a:pt x="49808" y="650030"/>
                </a:lnTo>
                <a:lnTo>
                  <a:pt x="58705" y="650030"/>
                </a:lnTo>
                <a:lnTo>
                  <a:pt x="66478" y="649281"/>
                </a:lnTo>
                <a:lnTo>
                  <a:pt x="66478" y="0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39"/>
          <p:cNvSpPr/>
          <p:nvPr/>
        </p:nvSpPr>
        <p:spPr>
          <a:xfrm>
            <a:off x="6740897" y="2920052"/>
            <a:ext cx="67945" cy="651510"/>
          </a:xfrm>
          <a:custGeom>
            <a:avLst/>
            <a:gdLst/>
            <a:ahLst/>
            <a:cxnLst/>
            <a:rect l="l" t="t" r="r" b="b"/>
            <a:pathLst>
              <a:path w="67945" h="651510">
                <a:moveTo>
                  <a:pt x="67603" y="0"/>
                </a:moveTo>
                <a:lnTo>
                  <a:pt x="0" y="0"/>
                </a:lnTo>
                <a:lnTo>
                  <a:pt x="0" y="651342"/>
                </a:lnTo>
                <a:lnTo>
                  <a:pt x="17693" y="650030"/>
                </a:lnTo>
                <a:lnTo>
                  <a:pt x="26591" y="650030"/>
                </a:lnTo>
                <a:lnTo>
                  <a:pt x="34363" y="649281"/>
                </a:lnTo>
                <a:lnTo>
                  <a:pt x="59830" y="647312"/>
                </a:lnTo>
                <a:lnTo>
                  <a:pt x="67603" y="646562"/>
                </a:lnTo>
                <a:lnTo>
                  <a:pt x="67603" y="0"/>
                </a:lnTo>
                <a:close/>
              </a:path>
            </a:pathLst>
          </a:custGeom>
          <a:solidFill>
            <a:srgbClr val="FFEF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0"/>
          <p:cNvSpPr/>
          <p:nvPr/>
        </p:nvSpPr>
        <p:spPr>
          <a:xfrm>
            <a:off x="6774136" y="2920052"/>
            <a:ext cx="67945" cy="649605"/>
          </a:xfrm>
          <a:custGeom>
            <a:avLst/>
            <a:gdLst/>
            <a:ahLst/>
            <a:cxnLst/>
            <a:rect l="l" t="t" r="r" b="b"/>
            <a:pathLst>
              <a:path w="67945" h="649604">
                <a:moveTo>
                  <a:pt x="67603" y="0"/>
                </a:moveTo>
                <a:lnTo>
                  <a:pt x="0" y="0"/>
                </a:lnTo>
                <a:lnTo>
                  <a:pt x="0" y="649281"/>
                </a:lnTo>
                <a:lnTo>
                  <a:pt x="26591" y="647312"/>
                </a:lnTo>
                <a:lnTo>
                  <a:pt x="34363" y="646562"/>
                </a:lnTo>
                <a:lnTo>
                  <a:pt x="67603" y="643844"/>
                </a:lnTo>
                <a:lnTo>
                  <a:pt x="67603" y="0"/>
                </a:lnTo>
                <a:close/>
              </a:path>
            </a:pathLst>
          </a:custGeom>
          <a:solidFill>
            <a:srgbClr val="FFEA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1"/>
          <p:cNvSpPr/>
          <p:nvPr/>
        </p:nvSpPr>
        <p:spPr>
          <a:xfrm>
            <a:off x="6807375" y="2920052"/>
            <a:ext cx="66675" cy="647065"/>
          </a:xfrm>
          <a:custGeom>
            <a:avLst/>
            <a:gdLst/>
            <a:ahLst/>
            <a:cxnLst/>
            <a:rect l="l" t="t" r="r" b="b"/>
            <a:pathLst>
              <a:path w="66675" h="647064">
                <a:moveTo>
                  <a:pt x="66479" y="0"/>
                </a:moveTo>
                <a:lnTo>
                  <a:pt x="0" y="0"/>
                </a:lnTo>
                <a:lnTo>
                  <a:pt x="0" y="646562"/>
                </a:lnTo>
                <a:lnTo>
                  <a:pt x="17693" y="645250"/>
                </a:lnTo>
                <a:lnTo>
                  <a:pt x="26592" y="644500"/>
                </a:lnTo>
                <a:lnTo>
                  <a:pt x="35387" y="643187"/>
                </a:lnTo>
                <a:lnTo>
                  <a:pt x="43160" y="642438"/>
                </a:lnTo>
                <a:lnTo>
                  <a:pt x="50933" y="641781"/>
                </a:lnTo>
                <a:lnTo>
                  <a:pt x="58705" y="640375"/>
                </a:lnTo>
                <a:lnTo>
                  <a:pt x="66479" y="639720"/>
                </a:lnTo>
                <a:lnTo>
                  <a:pt x="66479" y="0"/>
                </a:lnTo>
                <a:close/>
              </a:path>
            </a:pathLst>
          </a:custGeom>
          <a:solidFill>
            <a:srgbClr val="FFE2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2"/>
          <p:cNvSpPr/>
          <p:nvPr/>
        </p:nvSpPr>
        <p:spPr>
          <a:xfrm>
            <a:off x="6840615" y="2920052"/>
            <a:ext cx="66675" cy="643890"/>
          </a:xfrm>
          <a:custGeom>
            <a:avLst/>
            <a:gdLst/>
            <a:ahLst/>
            <a:cxnLst/>
            <a:rect l="l" t="t" r="r" b="b"/>
            <a:pathLst>
              <a:path w="66675" h="643889">
                <a:moveTo>
                  <a:pt x="66479" y="0"/>
                </a:moveTo>
                <a:lnTo>
                  <a:pt x="0" y="0"/>
                </a:lnTo>
                <a:lnTo>
                  <a:pt x="0" y="643844"/>
                </a:lnTo>
                <a:lnTo>
                  <a:pt x="8796" y="642438"/>
                </a:lnTo>
                <a:lnTo>
                  <a:pt x="17693" y="641781"/>
                </a:lnTo>
                <a:lnTo>
                  <a:pt x="26591" y="640375"/>
                </a:lnTo>
                <a:lnTo>
                  <a:pt x="35387" y="639720"/>
                </a:lnTo>
                <a:lnTo>
                  <a:pt x="43159" y="638407"/>
                </a:lnTo>
                <a:lnTo>
                  <a:pt x="50933" y="637658"/>
                </a:lnTo>
                <a:lnTo>
                  <a:pt x="58705" y="636346"/>
                </a:lnTo>
                <a:lnTo>
                  <a:pt x="66479" y="635595"/>
                </a:lnTo>
                <a:lnTo>
                  <a:pt x="66479" y="0"/>
                </a:lnTo>
                <a:close/>
              </a:path>
            </a:pathLst>
          </a:custGeom>
          <a:solidFill>
            <a:srgbClr val="FFDD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3"/>
          <p:cNvSpPr/>
          <p:nvPr/>
        </p:nvSpPr>
        <p:spPr>
          <a:xfrm>
            <a:off x="6873854" y="2920052"/>
            <a:ext cx="66675" cy="640080"/>
          </a:xfrm>
          <a:custGeom>
            <a:avLst/>
            <a:gdLst/>
            <a:ahLst/>
            <a:cxnLst/>
            <a:rect l="l" t="t" r="r" b="b"/>
            <a:pathLst>
              <a:path w="66675" h="640079">
                <a:moveTo>
                  <a:pt x="66478" y="0"/>
                </a:moveTo>
                <a:lnTo>
                  <a:pt x="0" y="0"/>
                </a:lnTo>
                <a:lnTo>
                  <a:pt x="0" y="639720"/>
                </a:lnTo>
                <a:lnTo>
                  <a:pt x="8796" y="638407"/>
                </a:lnTo>
                <a:lnTo>
                  <a:pt x="17693" y="637658"/>
                </a:lnTo>
                <a:lnTo>
                  <a:pt x="26591" y="636346"/>
                </a:lnTo>
                <a:lnTo>
                  <a:pt x="35387" y="634939"/>
                </a:lnTo>
                <a:lnTo>
                  <a:pt x="43159" y="634283"/>
                </a:lnTo>
                <a:lnTo>
                  <a:pt x="58705" y="631471"/>
                </a:lnTo>
                <a:lnTo>
                  <a:pt x="66478" y="630158"/>
                </a:lnTo>
                <a:lnTo>
                  <a:pt x="66478" y="0"/>
                </a:lnTo>
                <a:close/>
              </a:path>
            </a:pathLst>
          </a:custGeom>
          <a:solidFill>
            <a:srgbClr val="FFD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4"/>
          <p:cNvSpPr/>
          <p:nvPr/>
        </p:nvSpPr>
        <p:spPr>
          <a:xfrm>
            <a:off x="6907094" y="2920052"/>
            <a:ext cx="66675" cy="635635"/>
          </a:xfrm>
          <a:custGeom>
            <a:avLst/>
            <a:gdLst/>
            <a:ahLst/>
            <a:cxnLst/>
            <a:rect l="l" t="t" r="r" b="b"/>
            <a:pathLst>
              <a:path w="66675" h="635635">
                <a:moveTo>
                  <a:pt x="66478" y="0"/>
                </a:moveTo>
                <a:lnTo>
                  <a:pt x="0" y="0"/>
                </a:lnTo>
                <a:lnTo>
                  <a:pt x="0" y="635595"/>
                </a:lnTo>
                <a:lnTo>
                  <a:pt x="18818" y="632877"/>
                </a:lnTo>
                <a:lnTo>
                  <a:pt x="27613" y="631471"/>
                </a:lnTo>
                <a:lnTo>
                  <a:pt x="35387" y="629503"/>
                </a:lnTo>
                <a:lnTo>
                  <a:pt x="44284" y="628097"/>
                </a:lnTo>
                <a:lnTo>
                  <a:pt x="52057" y="626691"/>
                </a:lnTo>
                <a:lnTo>
                  <a:pt x="58705" y="624629"/>
                </a:lnTo>
                <a:lnTo>
                  <a:pt x="66478" y="623317"/>
                </a:lnTo>
                <a:lnTo>
                  <a:pt x="66478" y="0"/>
                </a:lnTo>
                <a:close/>
              </a:path>
            </a:pathLst>
          </a:custGeom>
          <a:solidFill>
            <a:srgbClr val="FFD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5"/>
          <p:cNvSpPr/>
          <p:nvPr/>
        </p:nvSpPr>
        <p:spPr>
          <a:xfrm>
            <a:off x="6940332" y="2920052"/>
            <a:ext cx="66675" cy="630555"/>
          </a:xfrm>
          <a:custGeom>
            <a:avLst/>
            <a:gdLst/>
            <a:ahLst/>
            <a:cxnLst/>
            <a:rect l="l" t="t" r="r" b="b"/>
            <a:pathLst>
              <a:path w="66675" h="630555">
                <a:moveTo>
                  <a:pt x="66479" y="0"/>
                </a:moveTo>
                <a:lnTo>
                  <a:pt x="0" y="0"/>
                </a:lnTo>
                <a:lnTo>
                  <a:pt x="0" y="630158"/>
                </a:lnTo>
                <a:lnTo>
                  <a:pt x="9921" y="628097"/>
                </a:lnTo>
                <a:lnTo>
                  <a:pt x="19944" y="626691"/>
                </a:lnTo>
                <a:lnTo>
                  <a:pt x="37637" y="622566"/>
                </a:lnTo>
                <a:lnTo>
                  <a:pt x="45411" y="620598"/>
                </a:lnTo>
                <a:lnTo>
                  <a:pt x="53183" y="618536"/>
                </a:lnTo>
                <a:lnTo>
                  <a:pt x="59830" y="615725"/>
                </a:lnTo>
                <a:lnTo>
                  <a:pt x="66479" y="613662"/>
                </a:lnTo>
                <a:lnTo>
                  <a:pt x="66479" y="0"/>
                </a:lnTo>
                <a:close/>
              </a:path>
            </a:pathLst>
          </a:custGeom>
          <a:solidFill>
            <a:srgbClr val="FFCE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6"/>
          <p:cNvSpPr/>
          <p:nvPr/>
        </p:nvSpPr>
        <p:spPr>
          <a:xfrm>
            <a:off x="6973572" y="2920052"/>
            <a:ext cx="66675" cy="623570"/>
          </a:xfrm>
          <a:custGeom>
            <a:avLst/>
            <a:gdLst/>
            <a:ahLst/>
            <a:cxnLst/>
            <a:rect l="l" t="t" r="r" b="b"/>
            <a:pathLst>
              <a:path w="66675" h="623569">
                <a:moveTo>
                  <a:pt x="66376" y="0"/>
                </a:moveTo>
                <a:lnTo>
                  <a:pt x="0" y="0"/>
                </a:lnTo>
                <a:lnTo>
                  <a:pt x="0" y="623317"/>
                </a:lnTo>
                <a:lnTo>
                  <a:pt x="39888" y="610944"/>
                </a:lnTo>
                <a:lnTo>
                  <a:pt x="66376" y="589010"/>
                </a:lnTo>
                <a:lnTo>
                  <a:pt x="66376" y="0"/>
                </a:lnTo>
                <a:close/>
              </a:path>
            </a:pathLst>
          </a:custGeom>
          <a:solidFill>
            <a:srgbClr val="FFC9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47"/>
          <p:cNvSpPr/>
          <p:nvPr/>
        </p:nvSpPr>
        <p:spPr>
          <a:xfrm>
            <a:off x="6519590" y="3575230"/>
            <a:ext cx="56515" cy="1270"/>
          </a:xfrm>
          <a:custGeom>
            <a:avLst/>
            <a:gdLst/>
            <a:ahLst/>
            <a:cxnLst/>
            <a:rect l="l" t="t" r="r" b="b"/>
            <a:pathLst>
              <a:path w="56514" h="1270">
                <a:moveTo>
                  <a:pt x="0" y="1269"/>
                </a:moveTo>
                <a:lnTo>
                  <a:pt x="56234" y="1269"/>
                </a:lnTo>
                <a:lnTo>
                  <a:pt x="56234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48"/>
          <p:cNvSpPr/>
          <p:nvPr/>
        </p:nvSpPr>
        <p:spPr>
          <a:xfrm>
            <a:off x="6513462" y="3575230"/>
            <a:ext cx="29209" cy="1270"/>
          </a:xfrm>
          <a:custGeom>
            <a:avLst/>
            <a:gdLst/>
            <a:ahLst/>
            <a:cxnLst/>
            <a:rect l="l" t="t" r="r" b="b"/>
            <a:pathLst>
              <a:path w="29210" h="1270">
                <a:moveTo>
                  <a:pt x="0" y="1269"/>
                </a:moveTo>
                <a:lnTo>
                  <a:pt x="29122" y="1269"/>
                </a:lnTo>
                <a:lnTo>
                  <a:pt x="29122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49"/>
          <p:cNvSpPr/>
          <p:nvPr/>
        </p:nvSpPr>
        <p:spPr>
          <a:xfrm>
            <a:off x="6455255" y="3573961"/>
            <a:ext cx="20955" cy="1270"/>
          </a:xfrm>
          <a:custGeom>
            <a:avLst/>
            <a:gdLst/>
            <a:ahLst/>
            <a:cxnLst/>
            <a:rect l="l" t="t" r="r" b="b"/>
            <a:pathLst>
              <a:path w="20954" h="1270">
                <a:moveTo>
                  <a:pt x="0" y="1270"/>
                </a:moveTo>
                <a:lnTo>
                  <a:pt x="20850" y="1270"/>
                </a:lnTo>
                <a:lnTo>
                  <a:pt x="20850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0"/>
          <p:cNvSpPr/>
          <p:nvPr/>
        </p:nvSpPr>
        <p:spPr>
          <a:xfrm>
            <a:off x="6463696" y="3573961"/>
            <a:ext cx="12700" cy="1270"/>
          </a:xfrm>
          <a:custGeom>
            <a:avLst/>
            <a:gdLst/>
            <a:ahLst/>
            <a:cxnLst/>
            <a:rect l="l" t="t" r="r" b="b"/>
            <a:pathLst>
              <a:path w="12700" h="1270">
                <a:moveTo>
                  <a:pt x="0" y="1270"/>
                </a:moveTo>
                <a:lnTo>
                  <a:pt x="12409" y="1270"/>
                </a:lnTo>
                <a:lnTo>
                  <a:pt x="12409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1"/>
          <p:cNvSpPr/>
          <p:nvPr/>
        </p:nvSpPr>
        <p:spPr>
          <a:xfrm>
            <a:off x="6432298" y="3572691"/>
            <a:ext cx="10795" cy="1270"/>
          </a:xfrm>
          <a:custGeom>
            <a:avLst/>
            <a:gdLst/>
            <a:ahLst/>
            <a:cxnLst/>
            <a:rect l="l" t="t" r="r" b="b"/>
            <a:pathLst>
              <a:path w="10795" h="1270">
                <a:moveTo>
                  <a:pt x="0" y="1270"/>
                </a:moveTo>
                <a:lnTo>
                  <a:pt x="10567" y="1270"/>
                </a:lnTo>
                <a:lnTo>
                  <a:pt x="10567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2"/>
          <p:cNvSpPr/>
          <p:nvPr/>
        </p:nvSpPr>
        <p:spPr>
          <a:xfrm>
            <a:off x="6375365" y="2920052"/>
            <a:ext cx="67945" cy="654685"/>
          </a:xfrm>
          <a:custGeom>
            <a:avLst/>
            <a:gdLst/>
            <a:ahLst/>
            <a:cxnLst/>
            <a:rect l="l" t="t" r="r" b="b"/>
            <a:pathLst>
              <a:path w="67945" h="654685">
                <a:moveTo>
                  <a:pt x="67500" y="0"/>
                </a:moveTo>
                <a:lnTo>
                  <a:pt x="0" y="0"/>
                </a:lnTo>
                <a:lnTo>
                  <a:pt x="0" y="650687"/>
                </a:lnTo>
                <a:lnTo>
                  <a:pt x="8794" y="651342"/>
                </a:lnTo>
                <a:lnTo>
                  <a:pt x="16568" y="651342"/>
                </a:lnTo>
                <a:lnTo>
                  <a:pt x="25466" y="652092"/>
                </a:lnTo>
                <a:lnTo>
                  <a:pt x="33238" y="652092"/>
                </a:lnTo>
                <a:lnTo>
                  <a:pt x="49806" y="653404"/>
                </a:lnTo>
                <a:lnTo>
                  <a:pt x="58705" y="653404"/>
                </a:lnTo>
                <a:lnTo>
                  <a:pt x="67500" y="654154"/>
                </a:lnTo>
                <a:lnTo>
                  <a:pt x="67500" y="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3"/>
          <p:cNvSpPr/>
          <p:nvPr/>
        </p:nvSpPr>
        <p:spPr>
          <a:xfrm>
            <a:off x="6342126" y="2920052"/>
            <a:ext cx="67945" cy="652145"/>
          </a:xfrm>
          <a:custGeom>
            <a:avLst/>
            <a:gdLst/>
            <a:ahLst/>
            <a:cxnLst/>
            <a:rect l="l" t="t" r="r" b="b"/>
            <a:pathLst>
              <a:path w="67945" h="652145">
                <a:moveTo>
                  <a:pt x="67501" y="0"/>
                </a:moveTo>
                <a:lnTo>
                  <a:pt x="0" y="0"/>
                </a:lnTo>
                <a:lnTo>
                  <a:pt x="0" y="647967"/>
                </a:lnTo>
                <a:lnTo>
                  <a:pt x="33239" y="650687"/>
                </a:lnTo>
                <a:lnTo>
                  <a:pt x="42034" y="650687"/>
                </a:lnTo>
                <a:lnTo>
                  <a:pt x="58705" y="652092"/>
                </a:lnTo>
                <a:lnTo>
                  <a:pt x="67501" y="652092"/>
                </a:lnTo>
                <a:lnTo>
                  <a:pt x="67501" y="0"/>
                </a:lnTo>
                <a:close/>
              </a:path>
            </a:pathLst>
          </a:custGeom>
          <a:solidFill>
            <a:srgbClr val="FFE5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4"/>
          <p:cNvSpPr/>
          <p:nvPr/>
        </p:nvSpPr>
        <p:spPr>
          <a:xfrm>
            <a:off x="6308886" y="2920052"/>
            <a:ext cx="66675" cy="650875"/>
          </a:xfrm>
          <a:custGeom>
            <a:avLst/>
            <a:gdLst/>
            <a:ahLst/>
            <a:cxnLst/>
            <a:rect l="l" t="t" r="r" b="b"/>
            <a:pathLst>
              <a:path w="66675" h="650875">
                <a:moveTo>
                  <a:pt x="66479" y="0"/>
                </a:moveTo>
                <a:lnTo>
                  <a:pt x="0" y="0"/>
                </a:lnTo>
                <a:lnTo>
                  <a:pt x="0" y="645250"/>
                </a:lnTo>
                <a:lnTo>
                  <a:pt x="32114" y="647967"/>
                </a:lnTo>
                <a:lnTo>
                  <a:pt x="41012" y="648624"/>
                </a:lnTo>
                <a:lnTo>
                  <a:pt x="57580" y="650030"/>
                </a:lnTo>
                <a:lnTo>
                  <a:pt x="66479" y="650687"/>
                </a:lnTo>
                <a:lnTo>
                  <a:pt x="66479" y="0"/>
                </a:lnTo>
                <a:close/>
              </a:path>
            </a:pathLst>
          </a:custGeom>
          <a:solidFill>
            <a:srgbClr val="FFE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5"/>
          <p:cNvSpPr/>
          <p:nvPr/>
        </p:nvSpPr>
        <p:spPr>
          <a:xfrm>
            <a:off x="6275646" y="2920052"/>
            <a:ext cx="66675" cy="648335"/>
          </a:xfrm>
          <a:custGeom>
            <a:avLst/>
            <a:gdLst/>
            <a:ahLst/>
            <a:cxnLst/>
            <a:rect l="l" t="t" r="r" b="b"/>
            <a:pathLst>
              <a:path w="66675" h="648335">
                <a:moveTo>
                  <a:pt x="66479" y="0"/>
                </a:moveTo>
                <a:lnTo>
                  <a:pt x="0" y="0"/>
                </a:lnTo>
                <a:lnTo>
                  <a:pt x="0" y="641781"/>
                </a:lnTo>
                <a:lnTo>
                  <a:pt x="7773" y="642438"/>
                </a:lnTo>
                <a:lnTo>
                  <a:pt x="15443" y="643844"/>
                </a:lnTo>
                <a:lnTo>
                  <a:pt x="24342" y="644500"/>
                </a:lnTo>
                <a:lnTo>
                  <a:pt x="32114" y="645250"/>
                </a:lnTo>
                <a:lnTo>
                  <a:pt x="41012" y="645906"/>
                </a:lnTo>
                <a:lnTo>
                  <a:pt x="57581" y="647312"/>
                </a:lnTo>
                <a:lnTo>
                  <a:pt x="66479" y="647967"/>
                </a:lnTo>
                <a:lnTo>
                  <a:pt x="66479" y="0"/>
                </a:lnTo>
                <a:close/>
              </a:path>
            </a:pathLst>
          </a:custGeom>
          <a:solidFill>
            <a:srgbClr val="FFDD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6"/>
          <p:cNvSpPr/>
          <p:nvPr/>
        </p:nvSpPr>
        <p:spPr>
          <a:xfrm>
            <a:off x="6242406" y="2920052"/>
            <a:ext cx="66675" cy="645795"/>
          </a:xfrm>
          <a:custGeom>
            <a:avLst/>
            <a:gdLst/>
            <a:ahLst/>
            <a:cxnLst/>
            <a:rect l="l" t="t" r="r" b="b"/>
            <a:pathLst>
              <a:path w="66675" h="645795">
                <a:moveTo>
                  <a:pt x="66479" y="0"/>
                </a:moveTo>
                <a:lnTo>
                  <a:pt x="0" y="0"/>
                </a:lnTo>
                <a:lnTo>
                  <a:pt x="0" y="637658"/>
                </a:lnTo>
                <a:lnTo>
                  <a:pt x="7773" y="638407"/>
                </a:lnTo>
                <a:lnTo>
                  <a:pt x="15546" y="639720"/>
                </a:lnTo>
                <a:lnTo>
                  <a:pt x="23216" y="640375"/>
                </a:lnTo>
                <a:lnTo>
                  <a:pt x="32114" y="641781"/>
                </a:lnTo>
                <a:lnTo>
                  <a:pt x="41013" y="642438"/>
                </a:lnTo>
                <a:lnTo>
                  <a:pt x="48682" y="643844"/>
                </a:lnTo>
                <a:lnTo>
                  <a:pt x="57581" y="644500"/>
                </a:lnTo>
                <a:lnTo>
                  <a:pt x="66479" y="645250"/>
                </a:lnTo>
                <a:lnTo>
                  <a:pt x="66479" y="0"/>
                </a:lnTo>
                <a:close/>
              </a:path>
            </a:pathLst>
          </a:custGeom>
          <a:solidFill>
            <a:srgbClr val="FFD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57"/>
          <p:cNvSpPr/>
          <p:nvPr/>
        </p:nvSpPr>
        <p:spPr>
          <a:xfrm>
            <a:off x="6209168" y="2920052"/>
            <a:ext cx="66675" cy="641985"/>
          </a:xfrm>
          <a:custGeom>
            <a:avLst/>
            <a:gdLst/>
            <a:ahLst/>
            <a:cxnLst/>
            <a:rect l="l" t="t" r="r" b="b"/>
            <a:pathLst>
              <a:path w="66675" h="641985">
                <a:moveTo>
                  <a:pt x="66478" y="0"/>
                </a:moveTo>
                <a:lnTo>
                  <a:pt x="0" y="0"/>
                </a:lnTo>
                <a:lnTo>
                  <a:pt x="0" y="632877"/>
                </a:lnTo>
                <a:lnTo>
                  <a:pt x="7772" y="634283"/>
                </a:lnTo>
                <a:lnTo>
                  <a:pt x="15544" y="635595"/>
                </a:lnTo>
                <a:lnTo>
                  <a:pt x="23215" y="636346"/>
                </a:lnTo>
                <a:lnTo>
                  <a:pt x="32114" y="637658"/>
                </a:lnTo>
                <a:lnTo>
                  <a:pt x="39886" y="638407"/>
                </a:lnTo>
                <a:lnTo>
                  <a:pt x="48784" y="639720"/>
                </a:lnTo>
                <a:lnTo>
                  <a:pt x="57580" y="640375"/>
                </a:lnTo>
                <a:lnTo>
                  <a:pt x="66478" y="641781"/>
                </a:lnTo>
                <a:lnTo>
                  <a:pt x="66478" y="0"/>
                </a:lnTo>
                <a:close/>
              </a:path>
            </a:pathLst>
          </a:custGeom>
          <a:solidFill>
            <a:srgbClr val="FFD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58"/>
          <p:cNvSpPr/>
          <p:nvPr/>
        </p:nvSpPr>
        <p:spPr>
          <a:xfrm>
            <a:off x="6175928" y="2920052"/>
            <a:ext cx="66675" cy="638175"/>
          </a:xfrm>
          <a:custGeom>
            <a:avLst/>
            <a:gdLst/>
            <a:ahLst/>
            <a:cxnLst/>
            <a:rect l="l" t="t" r="r" b="b"/>
            <a:pathLst>
              <a:path w="66675" h="638175">
                <a:moveTo>
                  <a:pt x="66478" y="0"/>
                </a:moveTo>
                <a:lnTo>
                  <a:pt x="0" y="0"/>
                </a:lnTo>
                <a:lnTo>
                  <a:pt x="0" y="626691"/>
                </a:lnTo>
                <a:lnTo>
                  <a:pt x="7772" y="628097"/>
                </a:lnTo>
                <a:lnTo>
                  <a:pt x="14420" y="629503"/>
                </a:lnTo>
                <a:lnTo>
                  <a:pt x="38761" y="633533"/>
                </a:lnTo>
                <a:lnTo>
                  <a:pt x="47660" y="634939"/>
                </a:lnTo>
                <a:lnTo>
                  <a:pt x="66478" y="637658"/>
                </a:lnTo>
                <a:lnTo>
                  <a:pt x="66478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59"/>
          <p:cNvSpPr/>
          <p:nvPr/>
        </p:nvSpPr>
        <p:spPr>
          <a:xfrm>
            <a:off x="6141563" y="2920052"/>
            <a:ext cx="67945" cy="633095"/>
          </a:xfrm>
          <a:custGeom>
            <a:avLst/>
            <a:gdLst/>
            <a:ahLst/>
            <a:cxnLst/>
            <a:rect l="l" t="t" r="r" b="b"/>
            <a:pathLst>
              <a:path w="67945" h="633094">
                <a:moveTo>
                  <a:pt x="67604" y="0"/>
                </a:moveTo>
                <a:lnTo>
                  <a:pt x="0" y="0"/>
                </a:lnTo>
                <a:lnTo>
                  <a:pt x="0" y="618536"/>
                </a:lnTo>
                <a:lnTo>
                  <a:pt x="7773" y="620598"/>
                </a:lnTo>
                <a:lnTo>
                  <a:pt x="14420" y="622566"/>
                </a:lnTo>
                <a:lnTo>
                  <a:pt x="22194" y="624629"/>
                </a:lnTo>
                <a:lnTo>
                  <a:pt x="31092" y="626035"/>
                </a:lnTo>
                <a:lnTo>
                  <a:pt x="39888" y="628097"/>
                </a:lnTo>
                <a:lnTo>
                  <a:pt x="48785" y="629503"/>
                </a:lnTo>
                <a:lnTo>
                  <a:pt x="57581" y="631471"/>
                </a:lnTo>
                <a:lnTo>
                  <a:pt x="67604" y="632877"/>
                </a:lnTo>
                <a:lnTo>
                  <a:pt x="67604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0"/>
          <p:cNvSpPr/>
          <p:nvPr/>
        </p:nvSpPr>
        <p:spPr>
          <a:xfrm>
            <a:off x="6108324" y="2920052"/>
            <a:ext cx="67945" cy="626745"/>
          </a:xfrm>
          <a:custGeom>
            <a:avLst/>
            <a:gdLst/>
            <a:ahLst/>
            <a:cxnLst/>
            <a:rect l="l" t="t" r="r" b="b"/>
            <a:pathLst>
              <a:path w="67945" h="626744">
                <a:moveTo>
                  <a:pt x="67604" y="0"/>
                </a:moveTo>
                <a:lnTo>
                  <a:pt x="0" y="0"/>
                </a:lnTo>
                <a:lnTo>
                  <a:pt x="0" y="605508"/>
                </a:lnTo>
                <a:lnTo>
                  <a:pt x="5523" y="608225"/>
                </a:lnTo>
                <a:lnTo>
                  <a:pt x="12171" y="610944"/>
                </a:lnTo>
                <a:lnTo>
                  <a:pt x="19944" y="613662"/>
                </a:lnTo>
                <a:lnTo>
                  <a:pt x="27716" y="616474"/>
                </a:lnTo>
                <a:lnTo>
                  <a:pt x="45410" y="621911"/>
                </a:lnTo>
                <a:lnTo>
                  <a:pt x="56558" y="624629"/>
                </a:lnTo>
                <a:lnTo>
                  <a:pt x="67604" y="626691"/>
                </a:lnTo>
                <a:lnTo>
                  <a:pt x="67604" y="0"/>
                </a:lnTo>
                <a:close/>
              </a:path>
            </a:pathLst>
          </a:custGeom>
          <a:solidFill>
            <a:srgbClr val="FFC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1"/>
          <p:cNvSpPr/>
          <p:nvPr/>
        </p:nvSpPr>
        <p:spPr>
          <a:xfrm>
            <a:off x="6117784" y="2920052"/>
            <a:ext cx="0" cy="619125"/>
          </a:xfrm>
          <a:custGeom>
            <a:avLst/>
            <a:gdLst/>
            <a:ahLst/>
            <a:cxnLst/>
            <a:rect l="l" t="t" r="r" b="b"/>
            <a:pathLst>
              <a:path h="619125">
                <a:moveTo>
                  <a:pt x="0" y="0"/>
                </a:moveTo>
                <a:lnTo>
                  <a:pt x="0" y="618536"/>
                </a:lnTo>
              </a:path>
            </a:pathLst>
          </a:custGeom>
          <a:ln w="47557">
            <a:solidFill>
              <a:srgbClr val="FFCC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2"/>
          <p:cNvSpPr/>
          <p:nvPr/>
        </p:nvSpPr>
        <p:spPr>
          <a:xfrm>
            <a:off x="7023380" y="2920052"/>
            <a:ext cx="0" cy="614045"/>
          </a:xfrm>
          <a:custGeom>
            <a:avLst/>
            <a:gdLst/>
            <a:ahLst/>
            <a:cxnLst/>
            <a:rect l="l" t="t" r="r" b="b"/>
            <a:pathLst>
              <a:path h="614044">
                <a:moveTo>
                  <a:pt x="0" y="0"/>
                </a:moveTo>
                <a:lnTo>
                  <a:pt x="0" y="613662"/>
                </a:lnTo>
              </a:path>
            </a:pathLst>
          </a:custGeom>
          <a:ln w="33136">
            <a:solidFill>
              <a:srgbClr val="FFC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3"/>
          <p:cNvSpPr/>
          <p:nvPr/>
        </p:nvSpPr>
        <p:spPr>
          <a:xfrm>
            <a:off x="6094006" y="2852846"/>
            <a:ext cx="946150" cy="134620"/>
          </a:xfrm>
          <a:custGeom>
            <a:avLst/>
            <a:gdLst/>
            <a:ahLst/>
            <a:cxnLst/>
            <a:rect l="l" t="t" r="r" b="b"/>
            <a:pathLst>
              <a:path w="946150" h="134619">
                <a:moveTo>
                  <a:pt x="472920" y="0"/>
                </a:moveTo>
                <a:lnTo>
                  <a:pt x="377701" y="1405"/>
                </a:lnTo>
                <a:lnTo>
                  <a:pt x="332291" y="2813"/>
                </a:lnTo>
                <a:lnTo>
                  <a:pt x="246994" y="8248"/>
                </a:lnTo>
                <a:lnTo>
                  <a:pt x="171617" y="15091"/>
                </a:lnTo>
                <a:lnTo>
                  <a:pt x="107388" y="24745"/>
                </a:lnTo>
                <a:lnTo>
                  <a:pt x="57580" y="34963"/>
                </a:lnTo>
                <a:lnTo>
                  <a:pt x="20966" y="47335"/>
                </a:lnTo>
                <a:lnTo>
                  <a:pt x="0" y="67205"/>
                </a:lnTo>
                <a:lnTo>
                  <a:pt x="2147" y="74048"/>
                </a:lnTo>
                <a:lnTo>
                  <a:pt x="37637" y="93169"/>
                </a:lnTo>
                <a:lnTo>
                  <a:pt x="80797" y="104886"/>
                </a:lnTo>
                <a:lnTo>
                  <a:pt x="138377" y="114447"/>
                </a:lnTo>
                <a:lnTo>
                  <a:pt x="246994" y="126070"/>
                </a:lnTo>
                <a:lnTo>
                  <a:pt x="332291" y="131599"/>
                </a:lnTo>
                <a:lnTo>
                  <a:pt x="377701" y="132911"/>
                </a:lnTo>
                <a:lnTo>
                  <a:pt x="472920" y="134317"/>
                </a:lnTo>
                <a:lnTo>
                  <a:pt x="568241" y="132911"/>
                </a:lnTo>
                <a:lnTo>
                  <a:pt x="613651" y="131599"/>
                </a:lnTo>
                <a:lnTo>
                  <a:pt x="697823" y="126070"/>
                </a:lnTo>
                <a:lnTo>
                  <a:pt x="773200" y="119227"/>
                </a:lnTo>
                <a:lnTo>
                  <a:pt x="837429" y="109667"/>
                </a:lnTo>
                <a:lnTo>
                  <a:pt x="888362" y="99355"/>
                </a:lnTo>
                <a:lnTo>
                  <a:pt x="924976" y="87077"/>
                </a:lnTo>
                <a:lnTo>
                  <a:pt x="945942" y="67205"/>
                </a:lnTo>
                <a:lnTo>
                  <a:pt x="943795" y="60364"/>
                </a:lnTo>
                <a:lnTo>
                  <a:pt x="908306" y="41149"/>
                </a:lnTo>
                <a:lnTo>
                  <a:pt x="865145" y="29526"/>
                </a:lnTo>
                <a:lnTo>
                  <a:pt x="807565" y="19871"/>
                </a:lnTo>
                <a:lnTo>
                  <a:pt x="697823" y="8248"/>
                </a:lnTo>
                <a:lnTo>
                  <a:pt x="613651" y="2813"/>
                </a:lnTo>
                <a:lnTo>
                  <a:pt x="568241" y="1405"/>
                </a:lnTo>
                <a:lnTo>
                  <a:pt x="472920" y="0"/>
                </a:lnTo>
                <a:close/>
              </a:path>
            </a:pathLst>
          </a:custGeom>
          <a:solidFill>
            <a:srgbClr val="FF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4"/>
          <p:cNvSpPr/>
          <p:nvPr/>
        </p:nvSpPr>
        <p:spPr>
          <a:xfrm>
            <a:off x="6642303" y="2919910"/>
            <a:ext cx="33655" cy="654050"/>
          </a:xfrm>
          <a:custGeom>
            <a:avLst/>
            <a:gdLst/>
            <a:ahLst/>
            <a:cxnLst/>
            <a:rect l="l" t="t" r="r" b="b"/>
            <a:pathLst>
              <a:path w="33654" h="654050">
                <a:moveTo>
                  <a:pt x="0" y="654050"/>
                </a:moveTo>
                <a:lnTo>
                  <a:pt x="33239" y="654050"/>
                </a:lnTo>
                <a:lnTo>
                  <a:pt x="33239" y="0"/>
                </a:lnTo>
                <a:lnTo>
                  <a:pt x="0" y="0"/>
                </a:lnTo>
                <a:lnTo>
                  <a:pt x="0" y="6540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5"/>
          <p:cNvSpPr/>
          <p:nvPr/>
        </p:nvSpPr>
        <p:spPr>
          <a:xfrm>
            <a:off x="6675543" y="3572691"/>
            <a:ext cx="27305" cy="1270"/>
          </a:xfrm>
          <a:custGeom>
            <a:avLst/>
            <a:gdLst/>
            <a:ahLst/>
            <a:cxnLst/>
            <a:rect l="l" t="t" r="r" b="b"/>
            <a:pathLst>
              <a:path w="27304" h="1270">
                <a:moveTo>
                  <a:pt x="0" y="1270"/>
                </a:moveTo>
                <a:lnTo>
                  <a:pt x="27014" y="1270"/>
                </a:lnTo>
                <a:lnTo>
                  <a:pt x="2701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6"/>
          <p:cNvSpPr/>
          <p:nvPr/>
        </p:nvSpPr>
        <p:spPr>
          <a:xfrm>
            <a:off x="6675543" y="3571421"/>
            <a:ext cx="59690" cy="1270"/>
          </a:xfrm>
          <a:custGeom>
            <a:avLst/>
            <a:gdLst/>
            <a:ahLst/>
            <a:cxnLst/>
            <a:rect l="l" t="t" r="r" b="b"/>
            <a:pathLst>
              <a:path w="59689" h="1270">
                <a:moveTo>
                  <a:pt x="0" y="1269"/>
                </a:moveTo>
                <a:lnTo>
                  <a:pt x="59626" y="1269"/>
                </a:lnTo>
                <a:lnTo>
                  <a:pt x="59626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67"/>
          <p:cNvSpPr/>
          <p:nvPr/>
        </p:nvSpPr>
        <p:spPr>
          <a:xfrm>
            <a:off x="6675543" y="2919910"/>
            <a:ext cx="66675" cy="651510"/>
          </a:xfrm>
          <a:custGeom>
            <a:avLst/>
            <a:gdLst/>
            <a:ahLst/>
            <a:cxnLst/>
            <a:rect l="l" t="t" r="r" b="b"/>
            <a:pathLst>
              <a:path w="66675" h="651510">
                <a:moveTo>
                  <a:pt x="0" y="651510"/>
                </a:moveTo>
                <a:lnTo>
                  <a:pt x="66479" y="651510"/>
                </a:lnTo>
                <a:lnTo>
                  <a:pt x="66479" y="0"/>
                </a:lnTo>
                <a:lnTo>
                  <a:pt x="0" y="0"/>
                </a:lnTo>
                <a:lnTo>
                  <a:pt x="0" y="65151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68"/>
          <p:cNvSpPr/>
          <p:nvPr/>
        </p:nvSpPr>
        <p:spPr>
          <a:xfrm>
            <a:off x="6708782" y="2920052"/>
            <a:ext cx="66675" cy="653415"/>
          </a:xfrm>
          <a:custGeom>
            <a:avLst/>
            <a:gdLst/>
            <a:ahLst/>
            <a:cxnLst/>
            <a:rect l="l" t="t" r="r" b="b"/>
            <a:pathLst>
              <a:path w="66675" h="653414">
                <a:moveTo>
                  <a:pt x="66478" y="0"/>
                </a:moveTo>
                <a:lnTo>
                  <a:pt x="0" y="0"/>
                </a:lnTo>
                <a:lnTo>
                  <a:pt x="0" y="653404"/>
                </a:lnTo>
                <a:lnTo>
                  <a:pt x="8897" y="652748"/>
                </a:lnTo>
                <a:lnTo>
                  <a:pt x="16568" y="652092"/>
                </a:lnTo>
                <a:lnTo>
                  <a:pt x="25466" y="652092"/>
                </a:lnTo>
                <a:lnTo>
                  <a:pt x="33239" y="651342"/>
                </a:lnTo>
                <a:lnTo>
                  <a:pt x="49808" y="650030"/>
                </a:lnTo>
                <a:lnTo>
                  <a:pt x="58705" y="650030"/>
                </a:lnTo>
                <a:lnTo>
                  <a:pt x="66478" y="649281"/>
                </a:lnTo>
                <a:lnTo>
                  <a:pt x="66478" y="0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69"/>
          <p:cNvSpPr/>
          <p:nvPr/>
        </p:nvSpPr>
        <p:spPr>
          <a:xfrm>
            <a:off x="6740897" y="2920052"/>
            <a:ext cx="67945" cy="651510"/>
          </a:xfrm>
          <a:custGeom>
            <a:avLst/>
            <a:gdLst/>
            <a:ahLst/>
            <a:cxnLst/>
            <a:rect l="l" t="t" r="r" b="b"/>
            <a:pathLst>
              <a:path w="67945" h="651510">
                <a:moveTo>
                  <a:pt x="67603" y="0"/>
                </a:moveTo>
                <a:lnTo>
                  <a:pt x="0" y="0"/>
                </a:lnTo>
                <a:lnTo>
                  <a:pt x="0" y="651342"/>
                </a:lnTo>
                <a:lnTo>
                  <a:pt x="17693" y="650030"/>
                </a:lnTo>
                <a:lnTo>
                  <a:pt x="26591" y="650030"/>
                </a:lnTo>
                <a:lnTo>
                  <a:pt x="34363" y="649281"/>
                </a:lnTo>
                <a:lnTo>
                  <a:pt x="59830" y="647312"/>
                </a:lnTo>
                <a:lnTo>
                  <a:pt x="67603" y="646562"/>
                </a:lnTo>
                <a:lnTo>
                  <a:pt x="67603" y="0"/>
                </a:lnTo>
                <a:close/>
              </a:path>
            </a:pathLst>
          </a:custGeom>
          <a:solidFill>
            <a:srgbClr val="FFEF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0"/>
          <p:cNvSpPr/>
          <p:nvPr/>
        </p:nvSpPr>
        <p:spPr>
          <a:xfrm>
            <a:off x="6774136" y="2920052"/>
            <a:ext cx="67945" cy="649605"/>
          </a:xfrm>
          <a:custGeom>
            <a:avLst/>
            <a:gdLst/>
            <a:ahLst/>
            <a:cxnLst/>
            <a:rect l="l" t="t" r="r" b="b"/>
            <a:pathLst>
              <a:path w="67945" h="649604">
                <a:moveTo>
                  <a:pt x="67603" y="0"/>
                </a:moveTo>
                <a:lnTo>
                  <a:pt x="0" y="0"/>
                </a:lnTo>
                <a:lnTo>
                  <a:pt x="0" y="649281"/>
                </a:lnTo>
                <a:lnTo>
                  <a:pt x="26591" y="647312"/>
                </a:lnTo>
                <a:lnTo>
                  <a:pt x="34363" y="646562"/>
                </a:lnTo>
                <a:lnTo>
                  <a:pt x="67603" y="643844"/>
                </a:lnTo>
                <a:lnTo>
                  <a:pt x="67603" y="0"/>
                </a:lnTo>
                <a:close/>
              </a:path>
            </a:pathLst>
          </a:custGeom>
          <a:solidFill>
            <a:srgbClr val="FFEA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1"/>
          <p:cNvSpPr/>
          <p:nvPr/>
        </p:nvSpPr>
        <p:spPr>
          <a:xfrm>
            <a:off x="6807375" y="2920052"/>
            <a:ext cx="66675" cy="647065"/>
          </a:xfrm>
          <a:custGeom>
            <a:avLst/>
            <a:gdLst/>
            <a:ahLst/>
            <a:cxnLst/>
            <a:rect l="l" t="t" r="r" b="b"/>
            <a:pathLst>
              <a:path w="66675" h="647064">
                <a:moveTo>
                  <a:pt x="66479" y="0"/>
                </a:moveTo>
                <a:lnTo>
                  <a:pt x="0" y="0"/>
                </a:lnTo>
                <a:lnTo>
                  <a:pt x="0" y="646562"/>
                </a:lnTo>
                <a:lnTo>
                  <a:pt x="17693" y="645250"/>
                </a:lnTo>
                <a:lnTo>
                  <a:pt x="26592" y="644500"/>
                </a:lnTo>
                <a:lnTo>
                  <a:pt x="35387" y="643187"/>
                </a:lnTo>
                <a:lnTo>
                  <a:pt x="43160" y="642438"/>
                </a:lnTo>
                <a:lnTo>
                  <a:pt x="50933" y="641781"/>
                </a:lnTo>
                <a:lnTo>
                  <a:pt x="58705" y="640375"/>
                </a:lnTo>
                <a:lnTo>
                  <a:pt x="66479" y="639720"/>
                </a:lnTo>
                <a:lnTo>
                  <a:pt x="66479" y="0"/>
                </a:lnTo>
                <a:close/>
              </a:path>
            </a:pathLst>
          </a:custGeom>
          <a:solidFill>
            <a:srgbClr val="FFE2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2"/>
          <p:cNvSpPr/>
          <p:nvPr/>
        </p:nvSpPr>
        <p:spPr>
          <a:xfrm>
            <a:off x="6840615" y="2920052"/>
            <a:ext cx="66675" cy="643890"/>
          </a:xfrm>
          <a:custGeom>
            <a:avLst/>
            <a:gdLst/>
            <a:ahLst/>
            <a:cxnLst/>
            <a:rect l="l" t="t" r="r" b="b"/>
            <a:pathLst>
              <a:path w="66675" h="643889">
                <a:moveTo>
                  <a:pt x="66479" y="0"/>
                </a:moveTo>
                <a:lnTo>
                  <a:pt x="0" y="0"/>
                </a:lnTo>
                <a:lnTo>
                  <a:pt x="0" y="643844"/>
                </a:lnTo>
                <a:lnTo>
                  <a:pt x="8796" y="642438"/>
                </a:lnTo>
                <a:lnTo>
                  <a:pt x="17693" y="641781"/>
                </a:lnTo>
                <a:lnTo>
                  <a:pt x="26591" y="640375"/>
                </a:lnTo>
                <a:lnTo>
                  <a:pt x="35387" y="639720"/>
                </a:lnTo>
                <a:lnTo>
                  <a:pt x="43159" y="638407"/>
                </a:lnTo>
                <a:lnTo>
                  <a:pt x="50933" y="637658"/>
                </a:lnTo>
                <a:lnTo>
                  <a:pt x="58705" y="636346"/>
                </a:lnTo>
                <a:lnTo>
                  <a:pt x="66479" y="635595"/>
                </a:lnTo>
                <a:lnTo>
                  <a:pt x="66479" y="0"/>
                </a:lnTo>
                <a:close/>
              </a:path>
            </a:pathLst>
          </a:custGeom>
          <a:solidFill>
            <a:srgbClr val="FFDD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3"/>
          <p:cNvSpPr/>
          <p:nvPr/>
        </p:nvSpPr>
        <p:spPr>
          <a:xfrm>
            <a:off x="6873854" y="2920052"/>
            <a:ext cx="66675" cy="640080"/>
          </a:xfrm>
          <a:custGeom>
            <a:avLst/>
            <a:gdLst/>
            <a:ahLst/>
            <a:cxnLst/>
            <a:rect l="l" t="t" r="r" b="b"/>
            <a:pathLst>
              <a:path w="66675" h="640079">
                <a:moveTo>
                  <a:pt x="66478" y="0"/>
                </a:moveTo>
                <a:lnTo>
                  <a:pt x="0" y="0"/>
                </a:lnTo>
                <a:lnTo>
                  <a:pt x="0" y="639720"/>
                </a:lnTo>
                <a:lnTo>
                  <a:pt x="8796" y="638407"/>
                </a:lnTo>
                <a:lnTo>
                  <a:pt x="17693" y="637658"/>
                </a:lnTo>
                <a:lnTo>
                  <a:pt x="26591" y="636346"/>
                </a:lnTo>
                <a:lnTo>
                  <a:pt x="35387" y="634939"/>
                </a:lnTo>
                <a:lnTo>
                  <a:pt x="43159" y="634283"/>
                </a:lnTo>
                <a:lnTo>
                  <a:pt x="58705" y="631471"/>
                </a:lnTo>
                <a:lnTo>
                  <a:pt x="66478" y="630158"/>
                </a:lnTo>
                <a:lnTo>
                  <a:pt x="66478" y="0"/>
                </a:lnTo>
                <a:close/>
              </a:path>
            </a:pathLst>
          </a:custGeom>
          <a:solidFill>
            <a:srgbClr val="FFD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4"/>
          <p:cNvSpPr/>
          <p:nvPr/>
        </p:nvSpPr>
        <p:spPr>
          <a:xfrm>
            <a:off x="6907094" y="2920052"/>
            <a:ext cx="66675" cy="635635"/>
          </a:xfrm>
          <a:custGeom>
            <a:avLst/>
            <a:gdLst/>
            <a:ahLst/>
            <a:cxnLst/>
            <a:rect l="l" t="t" r="r" b="b"/>
            <a:pathLst>
              <a:path w="66675" h="635635">
                <a:moveTo>
                  <a:pt x="66478" y="0"/>
                </a:moveTo>
                <a:lnTo>
                  <a:pt x="0" y="0"/>
                </a:lnTo>
                <a:lnTo>
                  <a:pt x="0" y="635595"/>
                </a:lnTo>
                <a:lnTo>
                  <a:pt x="18818" y="632877"/>
                </a:lnTo>
                <a:lnTo>
                  <a:pt x="27613" y="631471"/>
                </a:lnTo>
                <a:lnTo>
                  <a:pt x="35387" y="629503"/>
                </a:lnTo>
                <a:lnTo>
                  <a:pt x="44284" y="628097"/>
                </a:lnTo>
                <a:lnTo>
                  <a:pt x="52057" y="626691"/>
                </a:lnTo>
                <a:lnTo>
                  <a:pt x="58705" y="624629"/>
                </a:lnTo>
                <a:lnTo>
                  <a:pt x="66478" y="623317"/>
                </a:lnTo>
                <a:lnTo>
                  <a:pt x="66478" y="0"/>
                </a:lnTo>
                <a:close/>
              </a:path>
            </a:pathLst>
          </a:custGeom>
          <a:solidFill>
            <a:srgbClr val="FFD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5"/>
          <p:cNvSpPr/>
          <p:nvPr/>
        </p:nvSpPr>
        <p:spPr>
          <a:xfrm>
            <a:off x="6940332" y="2920052"/>
            <a:ext cx="66675" cy="630555"/>
          </a:xfrm>
          <a:custGeom>
            <a:avLst/>
            <a:gdLst/>
            <a:ahLst/>
            <a:cxnLst/>
            <a:rect l="l" t="t" r="r" b="b"/>
            <a:pathLst>
              <a:path w="66675" h="630555">
                <a:moveTo>
                  <a:pt x="66479" y="0"/>
                </a:moveTo>
                <a:lnTo>
                  <a:pt x="0" y="0"/>
                </a:lnTo>
                <a:lnTo>
                  <a:pt x="0" y="630158"/>
                </a:lnTo>
                <a:lnTo>
                  <a:pt x="9921" y="628097"/>
                </a:lnTo>
                <a:lnTo>
                  <a:pt x="19944" y="626691"/>
                </a:lnTo>
                <a:lnTo>
                  <a:pt x="37637" y="622566"/>
                </a:lnTo>
                <a:lnTo>
                  <a:pt x="45411" y="620598"/>
                </a:lnTo>
                <a:lnTo>
                  <a:pt x="53183" y="618536"/>
                </a:lnTo>
                <a:lnTo>
                  <a:pt x="59830" y="615725"/>
                </a:lnTo>
                <a:lnTo>
                  <a:pt x="66479" y="613662"/>
                </a:lnTo>
                <a:lnTo>
                  <a:pt x="66479" y="0"/>
                </a:lnTo>
                <a:close/>
              </a:path>
            </a:pathLst>
          </a:custGeom>
          <a:solidFill>
            <a:srgbClr val="FFCE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6"/>
          <p:cNvSpPr/>
          <p:nvPr/>
        </p:nvSpPr>
        <p:spPr>
          <a:xfrm>
            <a:off x="6973572" y="2920052"/>
            <a:ext cx="66675" cy="623570"/>
          </a:xfrm>
          <a:custGeom>
            <a:avLst/>
            <a:gdLst/>
            <a:ahLst/>
            <a:cxnLst/>
            <a:rect l="l" t="t" r="r" b="b"/>
            <a:pathLst>
              <a:path w="66675" h="623569">
                <a:moveTo>
                  <a:pt x="66376" y="0"/>
                </a:moveTo>
                <a:lnTo>
                  <a:pt x="0" y="0"/>
                </a:lnTo>
                <a:lnTo>
                  <a:pt x="0" y="623317"/>
                </a:lnTo>
                <a:lnTo>
                  <a:pt x="39888" y="610944"/>
                </a:lnTo>
                <a:lnTo>
                  <a:pt x="66376" y="589010"/>
                </a:lnTo>
                <a:lnTo>
                  <a:pt x="66376" y="0"/>
                </a:lnTo>
                <a:close/>
              </a:path>
            </a:pathLst>
          </a:custGeom>
          <a:solidFill>
            <a:srgbClr val="FFC9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77"/>
          <p:cNvSpPr/>
          <p:nvPr/>
        </p:nvSpPr>
        <p:spPr>
          <a:xfrm>
            <a:off x="6609063" y="2919910"/>
            <a:ext cx="33655" cy="655320"/>
          </a:xfrm>
          <a:custGeom>
            <a:avLst/>
            <a:gdLst/>
            <a:ahLst/>
            <a:cxnLst/>
            <a:rect l="l" t="t" r="r" b="b"/>
            <a:pathLst>
              <a:path w="33654" h="655320">
                <a:moveTo>
                  <a:pt x="0" y="655320"/>
                </a:moveTo>
                <a:lnTo>
                  <a:pt x="33239" y="655320"/>
                </a:lnTo>
                <a:lnTo>
                  <a:pt x="33239" y="0"/>
                </a:lnTo>
                <a:lnTo>
                  <a:pt x="0" y="0"/>
                </a:lnTo>
                <a:lnTo>
                  <a:pt x="0" y="655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78"/>
          <p:cNvSpPr/>
          <p:nvPr/>
        </p:nvSpPr>
        <p:spPr>
          <a:xfrm>
            <a:off x="6575825" y="2920052"/>
            <a:ext cx="33655" cy="656590"/>
          </a:xfrm>
          <a:custGeom>
            <a:avLst/>
            <a:gdLst/>
            <a:ahLst/>
            <a:cxnLst/>
            <a:rect l="l" t="t" r="r" b="b"/>
            <a:pathLst>
              <a:path w="33654" h="656589">
                <a:moveTo>
                  <a:pt x="0" y="656216"/>
                </a:moveTo>
                <a:lnTo>
                  <a:pt x="33238" y="656216"/>
                </a:lnTo>
                <a:lnTo>
                  <a:pt x="33238" y="0"/>
                </a:lnTo>
                <a:lnTo>
                  <a:pt x="0" y="0"/>
                </a:lnTo>
                <a:lnTo>
                  <a:pt x="0" y="656216"/>
                </a:lnTo>
                <a:close/>
              </a:path>
            </a:pathLst>
          </a:custGeom>
          <a:solidFill>
            <a:srgbClr val="FFF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79"/>
          <p:cNvSpPr/>
          <p:nvPr/>
        </p:nvSpPr>
        <p:spPr>
          <a:xfrm>
            <a:off x="6519590" y="3575230"/>
            <a:ext cx="56515" cy="1270"/>
          </a:xfrm>
          <a:custGeom>
            <a:avLst/>
            <a:gdLst/>
            <a:ahLst/>
            <a:cxnLst/>
            <a:rect l="l" t="t" r="r" b="b"/>
            <a:pathLst>
              <a:path w="56514" h="1270">
                <a:moveTo>
                  <a:pt x="0" y="1269"/>
                </a:moveTo>
                <a:lnTo>
                  <a:pt x="56234" y="1269"/>
                </a:lnTo>
                <a:lnTo>
                  <a:pt x="56234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0"/>
          <p:cNvSpPr/>
          <p:nvPr/>
        </p:nvSpPr>
        <p:spPr>
          <a:xfrm>
            <a:off x="6542585" y="2919910"/>
            <a:ext cx="33655" cy="655320"/>
          </a:xfrm>
          <a:custGeom>
            <a:avLst/>
            <a:gdLst/>
            <a:ahLst/>
            <a:cxnLst/>
            <a:rect l="l" t="t" r="r" b="b"/>
            <a:pathLst>
              <a:path w="33654" h="655320">
                <a:moveTo>
                  <a:pt x="0" y="655320"/>
                </a:moveTo>
                <a:lnTo>
                  <a:pt x="33239" y="655320"/>
                </a:lnTo>
                <a:lnTo>
                  <a:pt x="33239" y="0"/>
                </a:lnTo>
                <a:lnTo>
                  <a:pt x="0" y="0"/>
                </a:lnTo>
                <a:lnTo>
                  <a:pt x="0" y="655320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1"/>
          <p:cNvSpPr/>
          <p:nvPr/>
        </p:nvSpPr>
        <p:spPr>
          <a:xfrm>
            <a:off x="6513462" y="3575230"/>
            <a:ext cx="29209" cy="1270"/>
          </a:xfrm>
          <a:custGeom>
            <a:avLst/>
            <a:gdLst/>
            <a:ahLst/>
            <a:cxnLst/>
            <a:rect l="l" t="t" r="r" b="b"/>
            <a:pathLst>
              <a:path w="29210" h="1270">
                <a:moveTo>
                  <a:pt x="0" y="1269"/>
                </a:moveTo>
                <a:lnTo>
                  <a:pt x="29122" y="1269"/>
                </a:lnTo>
                <a:lnTo>
                  <a:pt x="29122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2"/>
          <p:cNvSpPr/>
          <p:nvPr/>
        </p:nvSpPr>
        <p:spPr>
          <a:xfrm>
            <a:off x="6509345" y="2919910"/>
            <a:ext cx="33655" cy="655320"/>
          </a:xfrm>
          <a:custGeom>
            <a:avLst/>
            <a:gdLst/>
            <a:ahLst/>
            <a:cxnLst/>
            <a:rect l="l" t="t" r="r" b="b"/>
            <a:pathLst>
              <a:path w="33654" h="655320">
                <a:moveTo>
                  <a:pt x="0" y="655320"/>
                </a:moveTo>
                <a:lnTo>
                  <a:pt x="33239" y="655320"/>
                </a:lnTo>
                <a:lnTo>
                  <a:pt x="33239" y="0"/>
                </a:lnTo>
                <a:lnTo>
                  <a:pt x="0" y="0"/>
                </a:lnTo>
                <a:lnTo>
                  <a:pt x="0" y="655320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3"/>
          <p:cNvSpPr/>
          <p:nvPr/>
        </p:nvSpPr>
        <p:spPr>
          <a:xfrm>
            <a:off x="6455255" y="3573961"/>
            <a:ext cx="54610" cy="1270"/>
          </a:xfrm>
          <a:custGeom>
            <a:avLst/>
            <a:gdLst/>
            <a:ahLst/>
            <a:cxnLst/>
            <a:rect l="l" t="t" r="r" b="b"/>
            <a:pathLst>
              <a:path w="54610" h="1270">
                <a:moveTo>
                  <a:pt x="0" y="1270"/>
                </a:moveTo>
                <a:lnTo>
                  <a:pt x="54090" y="1270"/>
                </a:lnTo>
                <a:lnTo>
                  <a:pt x="54090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4"/>
          <p:cNvSpPr/>
          <p:nvPr/>
        </p:nvSpPr>
        <p:spPr>
          <a:xfrm>
            <a:off x="6476105" y="2919910"/>
            <a:ext cx="33655" cy="654050"/>
          </a:xfrm>
          <a:custGeom>
            <a:avLst/>
            <a:gdLst/>
            <a:ahLst/>
            <a:cxnLst/>
            <a:rect l="l" t="t" r="r" b="b"/>
            <a:pathLst>
              <a:path w="33654" h="654050">
                <a:moveTo>
                  <a:pt x="0" y="654050"/>
                </a:moveTo>
                <a:lnTo>
                  <a:pt x="33239" y="654050"/>
                </a:lnTo>
                <a:lnTo>
                  <a:pt x="33239" y="0"/>
                </a:lnTo>
                <a:lnTo>
                  <a:pt x="0" y="0"/>
                </a:lnTo>
                <a:lnTo>
                  <a:pt x="0" y="654050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5"/>
          <p:cNvSpPr/>
          <p:nvPr/>
        </p:nvSpPr>
        <p:spPr>
          <a:xfrm>
            <a:off x="6463696" y="3573961"/>
            <a:ext cx="12700" cy="1270"/>
          </a:xfrm>
          <a:custGeom>
            <a:avLst/>
            <a:gdLst/>
            <a:ahLst/>
            <a:cxnLst/>
            <a:rect l="l" t="t" r="r" b="b"/>
            <a:pathLst>
              <a:path w="12700" h="1270">
                <a:moveTo>
                  <a:pt x="0" y="1270"/>
                </a:moveTo>
                <a:lnTo>
                  <a:pt x="12409" y="1270"/>
                </a:lnTo>
                <a:lnTo>
                  <a:pt x="12409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6"/>
          <p:cNvSpPr/>
          <p:nvPr/>
        </p:nvSpPr>
        <p:spPr>
          <a:xfrm>
            <a:off x="6432298" y="3572691"/>
            <a:ext cx="43815" cy="1270"/>
          </a:xfrm>
          <a:custGeom>
            <a:avLst/>
            <a:gdLst/>
            <a:ahLst/>
            <a:cxnLst/>
            <a:rect l="l" t="t" r="r" b="b"/>
            <a:pathLst>
              <a:path w="43814" h="1270">
                <a:moveTo>
                  <a:pt x="0" y="1270"/>
                </a:moveTo>
                <a:lnTo>
                  <a:pt x="43807" y="1270"/>
                </a:lnTo>
                <a:lnTo>
                  <a:pt x="43807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87"/>
          <p:cNvSpPr/>
          <p:nvPr/>
        </p:nvSpPr>
        <p:spPr>
          <a:xfrm>
            <a:off x="6409627" y="2919910"/>
            <a:ext cx="66675" cy="652780"/>
          </a:xfrm>
          <a:custGeom>
            <a:avLst/>
            <a:gdLst/>
            <a:ahLst/>
            <a:cxnLst/>
            <a:rect l="l" t="t" r="r" b="b"/>
            <a:pathLst>
              <a:path w="66675" h="652779">
                <a:moveTo>
                  <a:pt x="0" y="652779"/>
                </a:moveTo>
                <a:lnTo>
                  <a:pt x="66478" y="652779"/>
                </a:lnTo>
                <a:lnTo>
                  <a:pt x="66478" y="0"/>
                </a:lnTo>
                <a:lnTo>
                  <a:pt x="0" y="0"/>
                </a:lnTo>
                <a:lnTo>
                  <a:pt x="0" y="65277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88"/>
          <p:cNvSpPr/>
          <p:nvPr/>
        </p:nvSpPr>
        <p:spPr>
          <a:xfrm>
            <a:off x="6375365" y="2920052"/>
            <a:ext cx="67945" cy="654685"/>
          </a:xfrm>
          <a:custGeom>
            <a:avLst/>
            <a:gdLst/>
            <a:ahLst/>
            <a:cxnLst/>
            <a:rect l="l" t="t" r="r" b="b"/>
            <a:pathLst>
              <a:path w="67945" h="654685">
                <a:moveTo>
                  <a:pt x="67500" y="0"/>
                </a:moveTo>
                <a:lnTo>
                  <a:pt x="0" y="0"/>
                </a:lnTo>
                <a:lnTo>
                  <a:pt x="0" y="650687"/>
                </a:lnTo>
                <a:lnTo>
                  <a:pt x="8794" y="651342"/>
                </a:lnTo>
                <a:lnTo>
                  <a:pt x="16568" y="651342"/>
                </a:lnTo>
                <a:lnTo>
                  <a:pt x="25466" y="652092"/>
                </a:lnTo>
                <a:lnTo>
                  <a:pt x="33238" y="652092"/>
                </a:lnTo>
                <a:lnTo>
                  <a:pt x="49806" y="653404"/>
                </a:lnTo>
                <a:lnTo>
                  <a:pt x="58705" y="653404"/>
                </a:lnTo>
                <a:lnTo>
                  <a:pt x="67500" y="654154"/>
                </a:lnTo>
                <a:lnTo>
                  <a:pt x="67500" y="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89"/>
          <p:cNvSpPr/>
          <p:nvPr/>
        </p:nvSpPr>
        <p:spPr>
          <a:xfrm>
            <a:off x="6342126" y="2920052"/>
            <a:ext cx="67945" cy="652145"/>
          </a:xfrm>
          <a:custGeom>
            <a:avLst/>
            <a:gdLst/>
            <a:ahLst/>
            <a:cxnLst/>
            <a:rect l="l" t="t" r="r" b="b"/>
            <a:pathLst>
              <a:path w="67945" h="652145">
                <a:moveTo>
                  <a:pt x="67501" y="0"/>
                </a:moveTo>
                <a:lnTo>
                  <a:pt x="0" y="0"/>
                </a:lnTo>
                <a:lnTo>
                  <a:pt x="0" y="647967"/>
                </a:lnTo>
                <a:lnTo>
                  <a:pt x="33239" y="650687"/>
                </a:lnTo>
                <a:lnTo>
                  <a:pt x="42034" y="650687"/>
                </a:lnTo>
                <a:lnTo>
                  <a:pt x="58705" y="652092"/>
                </a:lnTo>
                <a:lnTo>
                  <a:pt x="67501" y="652092"/>
                </a:lnTo>
                <a:lnTo>
                  <a:pt x="67501" y="0"/>
                </a:lnTo>
                <a:close/>
              </a:path>
            </a:pathLst>
          </a:custGeom>
          <a:solidFill>
            <a:srgbClr val="FFE5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0"/>
          <p:cNvSpPr/>
          <p:nvPr/>
        </p:nvSpPr>
        <p:spPr>
          <a:xfrm>
            <a:off x="6308886" y="2920052"/>
            <a:ext cx="66675" cy="650875"/>
          </a:xfrm>
          <a:custGeom>
            <a:avLst/>
            <a:gdLst/>
            <a:ahLst/>
            <a:cxnLst/>
            <a:rect l="l" t="t" r="r" b="b"/>
            <a:pathLst>
              <a:path w="66675" h="650875">
                <a:moveTo>
                  <a:pt x="66479" y="0"/>
                </a:moveTo>
                <a:lnTo>
                  <a:pt x="0" y="0"/>
                </a:lnTo>
                <a:lnTo>
                  <a:pt x="0" y="645250"/>
                </a:lnTo>
                <a:lnTo>
                  <a:pt x="32114" y="647967"/>
                </a:lnTo>
                <a:lnTo>
                  <a:pt x="41012" y="648624"/>
                </a:lnTo>
                <a:lnTo>
                  <a:pt x="57580" y="650030"/>
                </a:lnTo>
                <a:lnTo>
                  <a:pt x="66479" y="650687"/>
                </a:lnTo>
                <a:lnTo>
                  <a:pt x="66479" y="0"/>
                </a:lnTo>
                <a:close/>
              </a:path>
            </a:pathLst>
          </a:custGeom>
          <a:solidFill>
            <a:srgbClr val="FFE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1"/>
          <p:cNvSpPr/>
          <p:nvPr/>
        </p:nvSpPr>
        <p:spPr>
          <a:xfrm>
            <a:off x="6275646" y="2920052"/>
            <a:ext cx="66675" cy="648335"/>
          </a:xfrm>
          <a:custGeom>
            <a:avLst/>
            <a:gdLst/>
            <a:ahLst/>
            <a:cxnLst/>
            <a:rect l="l" t="t" r="r" b="b"/>
            <a:pathLst>
              <a:path w="66675" h="648335">
                <a:moveTo>
                  <a:pt x="66479" y="0"/>
                </a:moveTo>
                <a:lnTo>
                  <a:pt x="0" y="0"/>
                </a:lnTo>
                <a:lnTo>
                  <a:pt x="0" y="641781"/>
                </a:lnTo>
                <a:lnTo>
                  <a:pt x="7773" y="642438"/>
                </a:lnTo>
                <a:lnTo>
                  <a:pt x="15443" y="643844"/>
                </a:lnTo>
                <a:lnTo>
                  <a:pt x="24342" y="644500"/>
                </a:lnTo>
                <a:lnTo>
                  <a:pt x="32114" y="645250"/>
                </a:lnTo>
                <a:lnTo>
                  <a:pt x="41012" y="645906"/>
                </a:lnTo>
                <a:lnTo>
                  <a:pt x="57581" y="647312"/>
                </a:lnTo>
                <a:lnTo>
                  <a:pt x="66479" y="647967"/>
                </a:lnTo>
                <a:lnTo>
                  <a:pt x="66479" y="0"/>
                </a:lnTo>
                <a:close/>
              </a:path>
            </a:pathLst>
          </a:custGeom>
          <a:solidFill>
            <a:srgbClr val="FFDD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2"/>
          <p:cNvSpPr/>
          <p:nvPr/>
        </p:nvSpPr>
        <p:spPr>
          <a:xfrm>
            <a:off x="6242406" y="2920052"/>
            <a:ext cx="66675" cy="645795"/>
          </a:xfrm>
          <a:custGeom>
            <a:avLst/>
            <a:gdLst/>
            <a:ahLst/>
            <a:cxnLst/>
            <a:rect l="l" t="t" r="r" b="b"/>
            <a:pathLst>
              <a:path w="66675" h="645795">
                <a:moveTo>
                  <a:pt x="66479" y="0"/>
                </a:moveTo>
                <a:lnTo>
                  <a:pt x="0" y="0"/>
                </a:lnTo>
                <a:lnTo>
                  <a:pt x="0" y="637658"/>
                </a:lnTo>
                <a:lnTo>
                  <a:pt x="7773" y="638407"/>
                </a:lnTo>
                <a:lnTo>
                  <a:pt x="15546" y="639720"/>
                </a:lnTo>
                <a:lnTo>
                  <a:pt x="23216" y="640375"/>
                </a:lnTo>
                <a:lnTo>
                  <a:pt x="32114" y="641781"/>
                </a:lnTo>
                <a:lnTo>
                  <a:pt x="41013" y="642438"/>
                </a:lnTo>
                <a:lnTo>
                  <a:pt x="48682" y="643844"/>
                </a:lnTo>
                <a:lnTo>
                  <a:pt x="57581" y="644500"/>
                </a:lnTo>
                <a:lnTo>
                  <a:pt x="66479" y="645250"/>
                </a:lnTo>
                <a:lnTo>
                  <a:pt x="66479" y="0"/>
                </a:lnTo>
                <a:close/>
              </a:path>
            </a:pathLst>
          </a:custGeom>
          <a:solidFill>
            <a:srgbClr val="FFD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3"/>
          <p:cNvSpPr/>
          <p:nvPr/>
        </p:nvSpPr>
        <p:spPr>
          <a:xfrm>
            <a:off x="6209168" y="2920052"/>
            <a:ext cx="66675" cy="641985"/>
          </a:xfrm>
          <a:custGeom>
            <a:avLst/>
            <a:gdLst/>
            <a:ahLst/>
            <a:cxnLst/>
            <a:rect l="l" t="t" r="r" b="b"/>
            <a:pathLst>
              <a:path w="66675" h="641985">
                <a:moveTo>
                  <a:pt x="66478" y="0"/>
                </a:moveTo>
                <a:lnTo>
                  <a:pt x="0" y="0"/>
                </a:lnTo>
                <a:lnTo>
                  <a:pt x="0" y="632877"/>
                </a:lnTo>
                <a:lnTo>
                  <a:pt x="7772" y="634283"/>
                </a:lnTo>
                <a:lnTo>
                  <a:pt x="15544" y="635595"/>
                </a:lnTo>
                <a:lnTo>
                  <a:pt x="23215" y="636346"/>
                </a:lnTo>
                <a:lnTo>
                  <a:pt x="32114" y="637658"/>
                </a:lnTo>
                <a:lnTo>
                  <a:pt x="39886" y="638407"/>
                </a:lnTo>
                <a:lnTo>
                  <a:pt x="48784" y="639720"/>
                </a:lnTo>
                <a:lnTo>
                  <a:pt x="57580" y="640375"/>
                </a:lnTo>
                <a:lnTo>
                  <a:pt x="66478" y="641781"/>
                </a:lnTo>
                <a:lnTo>
                  <a:pt x="66478" y="0"/>
                </a:lnTo>
                <a:close/>
              </a:path>
            </a:pathLst>
          </a:custGeom>
          <a:solidFill>
            <a:srgbClr val="FFD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4"/>
          <p:cNvSpPr/>
          <p:nvPr/>
        </p:nvSpPr>
        <p:spPr>
          <a:xfrm>
            <a:off x="6175928" y="2920052"/>
            <a:ext cx="66675" cy="638175"/>
          </a:xfrm>
          <a:custGeom>
            <a:avLst/>
            <a:gdLst/>
            <a:ahLst/>
            <a:cxnLst/>
            <a:rect l="l" t="t" r="r" b="b"/>
            <a:pathLst>
              <a:path w="66675" h="638175">
                <a:moveTo>
                  <a:pt x="66478" y="0"/>
                </a:moveTo>
                <a:lnTo>
                  <a:pt x="0" y="0"/>
                </a:lnTo>
                <a:lnTo>
                  <a:pt x="0" y="626691"/>
                </a:lnTo>
                <a:lnTo>
                  <a:pt x="7772" y="628097"/>
                </a:lnTo>
                <a:lnTo>
                  <a:pt x="14420" y="629503"/>
                </a:lnTo>
                <a:lnTo>
                  <a:pt x="38761" y="633533"/>
                </a:lnTo>
                <a:lnTo>
                  <a:pt x="47660" y="634939"/>
                </a:lnTo>
                <a:lnTo>
                  <a:pt x="66478" y="637658"/>
                </a:lnTo>
                <a:lnTo>
                  <a:pt x="66478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5"/>
          <p:cNvSpPr/>
          <p:nvPr/>
        </p:nvSpPr>
        <p:spPr>
          <a:xfrm>
            <a:off x="6141563" y="2920052"/>
            <a:ext cx="67945" cy="633095"/>
          </a:xfrm>
          <a:custGeom>
            <a:avLst/>
            <a:gdLst/>
            <a:ahLst/>
            <a:cxnLst/>
            <a:rect l="l" t="t" r="r" b="b"/>
            <a:pathLst>
              <a:path w="67945" h="633094">
                <a:moveTo>
                  <a:pt x="67604" y="0"/>
                </a:moveTo>
                <a:lnTo>
                  <a:pt x="0" y="0"/>
                </a:lnTo>
                <a:lnTo>
                  <a:pt x="0" y="618536"/>
                </a:lnTo>
                <a:lnTo>
                  <a:pt x="7773" y="620598"/>
                </a:lnTo>
                <a:lnTo>
                  <a:pt x="14420" y="622566"/>
                </a:lnTo>
                <a:lnTo>
                  <a:pt x="22194" y="624629"/>
                </a:lnTo>
                <a:lnTo>
                  <a:pt x="31092" y="626035"/>
                </a:lnTo>
                <a:lnTo>
                  <a:pt x="39888" y="628097"/>
                </a:lnTo>
                <a:lnTo>
                  <a:pt x="48785" y="629503"/>
                </a:lnTo>
                <a:lnTo>
                  <a:pt x="57581" y="631471"/>
                </a:lnTo>
                <a:lnTo>
                  <a:pt x="67604" y="632877"/>
                </a:lnTo>
                <a:lnTo>
                  <a:pt x="67604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6"/>
          <p:cNvSpPr/>
          <p:nvPr/>
        </p:nvSpPr>
        <p:spPr>
          <a:xfrm>
            <a:off x="6108324" y="2920052"/>
            <a:ext cx="67945" cy="626745"/>
          </a:xfrm>
          <a:custGeom>
            <a:avLst/>
            <a:gdLst/>
            <a:ahLst/>
            <a:cxnLst/>
            <a:rect l="l" t="t" r="r" b="b"/>
            <a:pathLst>
              <a:path w="67945" h="626744">
                <a:moveTo>
                  <a:pt x="67604" y="0"/>
                </a:moveTo>
                <a:lnTo>
                  <a:pt x="0" y="0"/>
                </a:lnTo>
                <a:lnTo>
                  <a:pt x="0" y="605508"/>
                </a:lnTo>
                <a:lnTo>
                  <a:pt x="5523" y="608225"/>
                </a:lnTo>
                <a:lnTo>
                  <a:pt x="12171" y="610944"/>
                </a:lnTo>
                <a:lnTo>
                  <a:pt x="19944" y="613662"/>
                </a:lnTo>
                <a:lnTo>
                  <a:pt x="27716" y="616474"/>
                </a:lnTo>
                <a:lnTo>
                  <a:pt x="45410" y="621911"/>
                </a:lnTo>
                <a:lnTo>
                  <a:pt x="56558" y="624629"/>
                </a:lnTo>
                <a:lnTo>
                  <a:pt x="67604" y="626691"/>
                </a:lnTo>
                <a:lnTo>
                  <a:pt x="67604" y="0"/>
                </a:lnTo>
                <a:close/>
              </a:path>
            </a:pathLst>
          </a:custGeom>
          <a:solidFill>
            <a:srgbClr val="FFC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197"/>
          <p:cNvSpPr/>
          <p:nvPr/>
        </p:nvSpPr>
        <p:spPr>
          <a:xfrm>
            <a:off x="6117784" y="2920052"/>
            <a:ext cx="0" cy="619125"/>
          </a:xfrm>
          <a:custGeom>
            <a:avLst/>
            <a:gdLst/>
            <a:ahLst/>
            <a:cxnLst/>
            <a:rect l="l" t="t" r="r" b="b"/>
            <a:pathLst>
              <a:path h="619125">
                <a:moveTo>
                  <a:pt x="0" y="0"/>
                </a:moveTo>
                <a:lnTo>
                  <a:pt x="0" y="618536"/>
                </a:lnTo>
              </a:path>
            </a:pathLst>
          </a:custGeom>
          <a:ln w="47557">
            <a:solidFill>
              <a:srgbClr val="FFCC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198"/>
          <p:cNvSpPr/>
          <p:nvPr/>
        </p:nvSpPr>
        <p:spPr>
          <a:xfrm>
            <a:off x="7023380" y="2920052"/>
            <a:ext cx="0" cy="614045"/>
          </a:xfrm>
          <a:custGeom>
            <a:avLst/>
            <a:gdLst/>
            <a:ahLst/>
            <a:cxnLst/>
            <a:rect l="l" t="t" r="r" b="b"/>
            <a:pathLst>
              <a:path h="614044">
                <a:moveTo>
                  <a:pt x="0" y="0"/>
                </a:moveTo>
                <a:lnTo>
                  <a:pt x="0" y="613662"/>
                </a:lnTo>
              </a:path>
            </a:pathLst>
          </a:custGeom>
          <a:ln w="33136">
            <a:solidFill>
              <a:srgbClr val="FFC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199"/>
          <p:cNvSpPr/>
          <p:nvPr/>
        </p:nvSpPr>
        <p:spPr>
          <a:xfrm>
            <a:off x="6094006" y="2852846"/>
            <a:ext cx="946150" cy="134620"/>
          </a:xfrm>
          <a:custGeom>
            <a:avLst/>
            <a:gdLst/>
            <a:ahLst/>
            <a:cxnLst/>
            <a:rect l="l" t="t" r="r" b="b"/>
            <a:pathLst>
              <a:path w="946150" h="134619">
                <a:moveTo>
                  <a:pt x="472920" y="0"/>
                </a:moveTo>
                <a:lnTo>
                  <a:pt x="377701" y="1405"/>
                </a:lnTo>
                <a:lnTo>
                  <a:pt x="332291" y="2813"/>
                </a:lnTo>
                <a:lnTo>
                  <a:pt x="246994" y="8248"/>
                </a:lnTo>
                <a:lnTo>
                  <a:pt x="171617" y="15091"/>
                </a:lnTo>
                <a:lnTo>
                  <a:pt x="107388" y="24745"/>
                </a:lnTo>
                <a:lnTo>
                  <a:pt x="57580" y="34963"/>
                </a:lnTo>
                <a:lnTo>
                  <a:pt x="20966" y="47335"/>
                </a:lnTo>
                <a:lnTo>
                  <a:pt x="0" y="67205"/>
                </a:lnTo>
                <a:lnTo>
                  <a:pt x="2147" y="74048"/>
                </a:lnTo>
                <a:lnTo>
                  <a:pt x="37637" y="93169"/>
                </a:lnTo>
                <a:lnTo>
                  <a:pt x="80797" y="104886"/>
                </a:lnTo>
                <a:lnTo>
                  <a:pt x="138377" y="114447"/>
                </a:lnTo>
                <a:lnTo>
                  <a:pt x="246994" y="126070"/>
                </a:lnTo>
                <a:lnTo>
                  <a:pt x="332291" y="131599"/>
                </a:lnTo>
                <a:lnTo>
                  <a:pt x="377701" y="132911"/>
                </a:lnTo>
                <a:lnTo>
                  <a:pt x="472920" y="134317"/>
                </a:lnTo>
                <a:lnTo>
                  <a:pt x="568241" y="132911"/>
                </a:lnTo>
                <a:lnTo>
                  <a:pt x="613651" y="131599"/>
                </a:lnTo>
                <a:lnTo>
                  <a:pt x="697823" y="126070"/>
                </a:lnTo>
                <a:lnTo>
                  <a:pt x="773200" y="119227"/>
                </a:lnTo>
                <a:lnTo>
                  <a:pt x="837429" y="109667"/>
                </a:lnTo>
                <a:lnTo>
                  <a:pt x="888362" y="99355"/>
                </a:lnTo>
                <a:lnTo>
                  <a:pt x="924976" y="87077"/>
                </a:lnTo>
                <a:lnTo>
                  <a:pt x="945942" y="67205"/>
                </a:lnTo>
                <a:lnTo>
                  <a:pt x="943795" y="60364"/>
                </a:lnTo>
                <a:lnTo>
                  <a:pt x="908306" y="41149"/>
                </a:lnTo>
                <a:lnTo>
                  <a:pt x="865145" y="29526"/>
                </a:lnTo>
                <a:lnTo>
                  <a:pt x="807565" y="19871"/>
                </a:lnTo>
                <a:lnTo>
                  <a:pt x="697823" y="8248"/>
                </a:lnTo>
                <a:lnTo>
                  <a:pt x="613651" y="2813"/>
                </a:lnTo>
                <a:lnTo>
                  <a:pt x="568241" y="1405"/>
                </a:lnTo>
                <a:lnTo>
                  <a:pt x="472920" y="0"/>
                </a:lnTo>
                <a:close/>
              </a:path>
            </a:pathLst>
          </a:custGeom>
          <a:solidFill>
            <a:srgbClr val="FF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0"/>
          <p:cNvSpPr txBox="1"/>
          <p:nvPr/>
        </p:nvSpPr>
        <p:spPr>
          <a:xfrm>
            <a:off x="7983317" y="1457123"/>
            <a:ext cx="1440815" cy="547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9560">
              <a:lnSpc>
                <a:spcPct val="100699"/>
              </a:lnSpc>
              <a:spcBef>
                <a:spcPts val="95"/>
              </a:spcBef>
            </a:pPr>
            <a:r>
              <a:rPr sz="1700" spc="90" dirty="0">
                <a:latin typeface="Arial"/>
                <a:cs typeface="Arial"/>
              </a:rPr>
              <a:t>Original  Training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data</a:t>
            </a:r>
            <a:endParaRPr sz="1700">
              <a:latin typeface="Arial"/>
              <a:cs typeface="Arial"/>
            </a:endParaRPr>
          </a:p>
        </p:txBody>
      </p:sp>
      <p:sp>
        <p:nvSpPr>
          <p:cNvPr id="204" name="object 201"/>
          <p:cNvSpPr/>
          <p:nvPr/>
        </p:nvSpPr>
        <p:spPr>
          <a:xfrm>
            <a:off x="7430743" y="2180133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0"/>
                </a:moveTo>
                <a:lnTo>
                  <a:pt x="0" y="219238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2"/>
          <p:cNvSpPr/>
          <p:nvPr/>
        </p:nvSpPr>
        <p:spPr>
          <a:xfrm>
            <a:off x="7349537" y="2381188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60" h="146050">
                <a:moveTo>
                  <a:pt x="162412" y="0"/>
                </a:moveTo>
                <a:lnTo>
                  <a:pt x="0" y="0"/>
                </a:lnTo>
                <a:lnTo>
                  <a:pt x="81206" y="145658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3"/>
          <p:cNvSpPr/>
          <p:nvPr/>
        </p:nvSpPr>
        <p:spPr>
          <a:xfrm>
            <a:off x="8430074" y="3582850"/>
            <a:ext cx="28575" cy="1270"/>
          </a:xfrm>
          <a:custGeom>
            <a:avLst/>
            <a:gdLst/>
            <a:ahLst/>
            <a:cxnLst/>
            <a:rect l="l" t="t" r="r" b="b"/>
            <a:pathLst>
              <a:path w="28575" h="1270">
                <a:moveTo>
                  <a:pt x="0" y="1270"/>
                </a:moveTo>
                <a:lnTo>
                  <a:pt x="28441" y="1270"/>
                </a:lnTo>
                <a:lnTo>
                  <a:pt x="28441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4"/>
          <p:cNvSpPr/>
          <p:nvPr/>
        </p:nvSpPr>
        <p:spPr>
          <a:xfrm>
            <a:off x="8430074" y="3581580"/>
            <a:ext cx="60960" cy="1270"/>
          </a:xfrm>
          <a:custGeom>
            <a:avLst/>
            <a:gdLst/>
            <a:ahLst/>
            <a:cxnLst/>
            <a:rect l="l" t="t" r="r" b="b"/>
            <a:pathLst>
              <a:path w="60959" h="1270">
                <a:moveTo>
                  <a:pt x="0" y="1269"/>
                </a:moveTo>
                <a:lnTo>
                  <a:pt x="60502" y="1269"/>
                </a:lnTo>
                <a:lnTo>
                  <a:pt x="60502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5"/>
          <p:cNvSpPr/>
          <p:nvPr/>
        </p:nvSpPr>
        <p:spPr>
          <a:xfrm>
            <a:off x="8463313" y="2920989"/>
            <a:ext cx="66675" cy="662940"/>
          </a:xfrm>
          <a:custGeom>
            <a:avLst/>
            <a:gdLst/>
            <a:ahLst/>
            <a:cxnLst/>
            <a:rect l="l" t="t" r="r" b="b"/>
            <a:pathLst>
              <a:path w="66675" h="662939">
                <a:moveTo>
                  <a:pt x="66479" y="0"/>
                </a:moveTo>
                <a:lnTo>
                  <a:pt x="0" y="0"/>
                </a:lnTo>
                <a:lnTo>
                  <a:pt x="0" y="662777"/>
                </a:lnTo>
                <a:lnTo>
                  <a:pt x="16671" y="661371"/>
                </a:lnTo>
                <a:lnTo>
                  <a:pt x="25568" y="661371"/>
                </a:lnTo>
                <a:lnTo>
                  <a:pt x="49910" y="659310"/>
                </a:lnTo>
                <a:lnTo>
                  <a:pt x="58707" y="659310"/>
                </a:lnTo>
                <a:lnTo>
                  <a:pt x="66479" y="658559"/>
                </a:lnTo>
                <a:lnTo>
                  <a:pt x="66479" y="0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6"/>
          <p:cNvSpPr/>
          <p:nvPr/>
        </p:nvSpPr>
        <p:spPr>
          <a:xfrm>
            <a:off x="8495530" y="2920989"/>
            <a:ext cx="67945" cy="661035"/>
          </a:xfrm>
          <a:custGeom>
            <a:avLst/>
            <a:gdLst/>
            <a:ahLst/>
            <a:cxnLst/>
            <a:rect l="l" t="t" r="r" b="b"/>
            <a:pathLst>
              <a:path w="67945" h="661035">
                <a:moveTo>
                  <a:pt x="67501" y="0"/>
                </a:moveTo>
                <a:lnTo>
                  <a:pt x="0" y="0"/>
                </a:lnTo>
                <a:lnTo>
                  <a:pt x="0" y="660716"/>
                </a:lnTo>
                <a:lnTo>
                  <a:pt x="8796" y="659965"/>
                </a:lnTo>
                <a:lnTo>
                  <a:pt x="17693" y="659310"/>
                </a:lnTo>
                <a:lnTo>
                  <a:pt x="26489" y="659310"/>
                </a:lnTo>
                <a:lnTo>
                  <a:pt x="34262" y="658559"/>
                </a:lnTo>
                <a:lnTo>
                  <a:pt x="43159" y="657904"/>
                </a:lnTo>
                <a:lnTo>
                  <a:pt x="67501" y="655841"/>
                </a:lnTo>
                <a:lnTo>
                  <a:pt x="67501" y="0"/>
                </a:lnTo>
                <a:close/>
              </a:path>
            </a:pathLst>
          </a:custGeom>
          <a:solidFill>
            <a:srgbClr val="FFEF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07"/>
          <p:cNvSpPr/>
          <p:nvPr/>
        </p:nvSpPr>
        <p:spPr>
          <a:xfrm>
            <a:off x="8528667" y="2920989"/>
            <a:ext cx="67945" cy="659130"/>
          </a:xfrm>
          <a:custGeom>
            <a:avLst/>
            <a:gdLst/>
            <a:ahLst/>
            <a:cxnLst/>
            <a:rect l="l" t="t" r="r" b="b"/>
            <a:pathLst>
              <a:path w="67945" h="659129">
                <a:moveTo>
                  <a:pt x="67604" y="0"/>
                </a:moveTo>
                <a:lnTo>
                  <a:pt x="0" y="0"/>
                </a:lnTo>
                <a:lnTo>
                  <a:pt x="0" y="658559"/>
                </a:lnTo>
                <a:lnTo>
                  <a:pt x="17796" y="657247"/>
                </a:lnTo>
                <a:lnTo>
                  <a:pt x="67604" y="653030"/>
                </a:lnTo>
                <a:lnTo>
                  <a:pt x="67604" y="0"/>
                </a:lnTo>
                <a:close/>
              </a:path>
            </a:pathLst>
          </a:custGeom>
          <a:solidFill>
            <a:srgbClr val="FFEA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08"/>
          <p:cNvSpPr/>
          <p:nvPr/>
        </p:nvSpPr>
        <p:spPr>
          <a:xfrm>
            <a:off x="8561906" y="2920989"/>
            <a:ext cx="66675" cy="655955"/>
          </a:xfrm>
          <a:custGeom>
            <a:avLst/>
            <a:gdLst/>
            <a:ahLst/>
            <a:cxnLst/>
            <a:rect l="l" t="t" r="r" b="b"/>
            <a:pathLst>
              <a:path w="66675" h="655954">
                <a:moveTo>
                  <a:pt x="66479" y="0"/>
                </a:moveTo>
                <a:lnTo>
                  <a:pt x="0" y="0"/>
                </a:lnTo>
                <a:lnTo>
                  <a:pt x="0" y="655841"/>
                </a:lnTo>
                <a:lnTo>
                  <a:pt x="8897" y="655092"/>
                </a:lnTo>
                <a:lnTo>
                  <a:pt x="17796" y="654436"/>
                </a:lnTo>
                <a:lnTo>
                  <a:pt x="26591" y="653685"/>
                </a:lnTo>
                <a:lnTo>
                  <a:pt x="35488" y="652373"/>
                </a:lnTo>
                <a:lnTo>
                  <a:pt x="43262" y="651624"/>
                </a:lnTo>
                <a:lnTo>
                  <a:pt x="51034" y="650967"/>
                </a:lnTo>
                <a:lnTo>
                  <a:pt x="58705" y="649561"/>
                </a:lnTo>
                <a:lnTo>
                  <a:pt x="66479" y="648905"/>
                </a:lnTo>
                <a:lnTo>
                  <a:pt x="66479" y="0"/>
                </a:lnTo>
                <a:close/>
              </a:path>
            </a:pathLst>
          </a:custGeom>
          <a:solidFill>
            <a:srgbClr val="FFE2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09"/>
          <p:cNvSpPr/>
          <p:nvPr/>
        </p:nvSpPr>
        <p:spPr>
          <a:xfrm>
            <a:off x="8595146" y="2920989"/>
            <a:ext cx="66675" cy="653415"/>
          </a:xfrm>
          <a:custGeom>
            <a:avLst/>
            <a:gdLst/>
            <a:ahLst/>
            <a:cxnLst/>
            <a:rect l="l" t="t" r="r" b="b"/>
            <a:pathLst>
              <a:path w="66675" h="653414">
                <a:moveTo>
                  <a:pt x="66478" y="0"/>
                </a:moveTo>
                <a:lnTo>
                  <a:pt x="0" y="0"/>
                </a:lnTo>
                <a:lnTo>
                  <a:pt x="0" y="653030"/>
                </a:lnTo>
                <a:lnTo>
                  <a:pt x="8897" y="651624"/>
                </a:lnTo>
                <a:lnTo>
                  <a:pt x="17795" y="650967"/>
                </a:lnTo>
                <a:lnTo>
                  <a:pt x="26591" y="649561"/>
                </a:lnTo>
                <a:lnTo>
                  <a:pt x="35488" y="648905"/>
                </a:lnTo>
                <a:lnTo>
                  <a:pt x="43262" y="647499"/>
                </a:lnTo>
                <a:lnTo>
                  <a:pt x="51034" y="646750"/>
                </a:lnTo>
                <a:lnTo>
                  <a:pt x="58705" y="645438"/>
                </a:lnTo>
                <a:lnTo>
                  <a:pt x="66478" y="644687"/>
                </a:lnTo>
                <a:lnTo>
                  <a:pt x="66478" y="0"/>
                </a:lnTo>
                <a:close/>
              </a:path>
            </a:pathLst>
          </a:custGeom>
          <a:solidFill>
            <a:srgbClr val="FFDD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0"/>
          <p:cNvSpPr/>
          <p:nvPr/>
        </p:nvSpPr>
        <p:spPr>
          <a:xfrm>
            <a:off x="8628386" y="2920989"/>
            <a:ext cx="66675" cy="648970"/>
          </a:xfrm>
          <a:custGeom>
            <a:avLst/>
            <a:gdLst/>
            <a:ahLst/>
            <a:cxnLst/>
            <a:rect l="l" t="t" r="r" b="b"/>
            <a:pathLst>
              <a:path w="66675" h="648970">
                <a:moveTo>
                  <a:pt x="66478" y="0"/>
                </a:moveTo>
                <a:lnTo>
                  <a:pt x="0" y="0"/>
                </a:lnTo>
                <a:lnTo>
                  <a:pt x="0" y="648905"/>
                </a:lnTo>
                <a:lnTo>
                  <a:pt x="8897" y="647499"/>
                </a:lnTo>
                <a:lnTo>
                  <a:pt x="17795" y="646750"/>
                </a:lnTo>
                <a:lnTo>
                  <a:pt x="35488" y="644032"/>
                </a:lnTo>
                <a:lnTo>
                  <a:pt x="43261" y="643281"/>
                </a:lnTo>
                <a:lnTo>
                  <a:pt x="66478" y="639157"/>
                </a:lnTo>
                <a:lnTo>
                  <a:pt x="66478" y="0"/>
                </a:lnTo>
                <a:close/>
              </a:path>
            </a:pathLst>
          </a:custGeom>
          <a:solidFill>
            <a:srgbClr val="FFD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1"/>
          <p:cNvSpPr/>
          <p:nvPr/>
        </p:nvSpPr>
        <p:spPr>
          <a:xfrm>
            <a:off x="8661624" y="2920989"/>
            <a:ext cx="66675" cy="645160"/>
          </a:xfrm>
          <a:custGeom>
            <a:avLst/>
            <a:gdLst/>
            <a:ahLst/>
            <a:cxnLst/>
            <a:rect l="l" t="t" r="r" b="b"/>
            <a:pathLst>
              <a:path w="66675" h="645160">
                <a:moveTo>
                  <a:pt x="66479" y="0"/>
                </a:moveTo>
                <a:lnTo>
                  <a:pt x="0" y="0"/>
                </a:lnTo>
                <a:lnTo>
                  <a:pt x="0" y="644687"/>
                </a:lnTo>
                <a:lnTo>
                  <a:pt x="8898" y="643281"/>
                </a:lnTo>
                <a:lnTo>
                  <a:pt x="27716" y="640563"/>
                </a:lnTo>
                <a:lnTo>
                  <a:pt x="35490" y="638407"/>
                </a:lnTo>
                <a:lnTo>
                  <a:pt x="44286" y="637095"/>
                </a:lnTo>
                <a:lnTo>
                  <a:pt x="52058" y="635689"/>
                </a:lnTo>
                <a:lnTo>
                  <a:pt x="58707" y="633627"/>
                </a:lnTo>
                <a:lnTo>
                  <a:pt x="66479" y="632221"/>
                </a:lnTo>
                <a:lnTo>
                  <a:pt x="66479" y="0"/>
                </a:lnTo>
                <a:close/>
              </a:path>
            </a:pathLst>
          </a:custGeom>
          <a:solidFill>
            <a:srgbClr val="FFD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2"/>
          <p:cNvSpPr/>
          <p:nvPr/>
        </p:nvSpPr>
        <p:spPr>
          <a:xfrm>
            <a:off x="8694864" y="2920989"/>
            <a:ext cx="66675" cy="639445"/>
          </a:xfrm>
          <a:custGeom>
            <a:avLst/>
            <a:gdLst/>
            <a:ahLst/>
            <a:cxnLst/>
            <a:rect l="l" t="t" r="r" b="b"/>
            <a:pathLst>
              <a:path w="66675" h="639445">
                <a:moveTo>
                  <a:pt x="66479" y="0"/>
                </a:moveTo>
                <a:lnTo>
                  <a:pt x="0" y="0"/>
                </a:lnTo>
                <a:lnTo>
                  <a:pt x="0" y="639157"/>
                </a:lnTo>
                <a:lnTo>
                  <a:pt x="10022" y="637095"/>
                </a:lnTo>
                <a:lnTo>
                  <a:pt x="19944" y="635689"/>
                </a:lnTo>
                <a:lnTo>
                  <a:pt x="28841" y="633627"/>
                </a:lnTo>
                <a:lnTo>
                  <a:pt x="37637" y="631471"/>
                </a:lnTo>
                <a:lnTo>
                  <a:pt x="53183" y="627346"/>
                </a:lnTo>
                <a:lnTo>
                  <a:pt x="59830" y="624535"/>
                </a:lnTo>
                <a:lnTo>
                  <a:pt x="66479" y="622473"/>
                </a:lnTo>
                <a:lnTo>
                  <a:pt x="66479" y="0"/>
                </a:lnTo>
                <a:close/>
              </a:path>
            </a:pathLst>
          </a:custGeom>
          <a:solidFill>
            <a:srgbClr val="FFCE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3"/>
          <p:cNvSpPr/>
          <p:nvPr/>
        </p:nvSpPr>
        <p:spPr>
          <a:xfrm>
            <a:off x="8728104" y="2920989"/>
            <a:ext cx="66675" cy="632460"/>
          </a:xfrm>
          <a:custGeom>
            <a:avLst/>
            <a:gdLst/>
            <a:ahLst/>
            <a:cxnLst/>
            <a:rect l="l" t="t" r="r" b="b"/>
            <a:pathLst>
              <a:path w="66675" h="632460">
                <a:moveTo>
                  <a:pt x="66479" y="0"/>
                </a:moveTo>
                <a:lnTo>
                  <a:pt x="0" y="0"/>
                </a:lnTo>
                <a:lnTo>
                  <a:pt x="0" y="632221"/>
                </a:lnTo>
                <a:lnTo>
                  <a:pt x="39886" y="619660"/>
                </a:lnTo>
                <a:lnTo>
                  <a:pt x="66479" y="597447"/>
                </a:lnTo>
                <a:lnTo>
                  <a:pt x="66479" y="0"/>
                </a:lnTo>
                <a:close/>
              </a:path>
            </a:pathLst>
          </a:custGeom>
          <a:solidFill>
            <a:srgbClr val="FFC9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4"/>
          <p:cNvSpPr/>
          <p:nvPr/>
        </p:nvSpPr>
        <p:spPr>
          <a:xfrm>
            <a:off x="8272957" y="3585391"/>
            <a:ext cx="57785" cy="1270"/>
          </a:xfrm>
          <a:custGeom>
            <a:avLst/>
            <a:gdLst/>
            <a:ahLst/>
            <a:cxnLst/>
            <a:rect l="l" t="t" r="r" b="b"/>
            <a:pathLst>
              <a:path w="57785" h="1270">
                <a:moveTo>
                  <a:pt x="0" y="1270"/>
                </a:moveTo>
                <a:lnTo>
                  <a:pt x="57500" y="1270"/>
                </a:lnTo>
                <a:lnTo>
                  <a:pt x="57500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5"/>
          <p:cNvSpPr/>
          <p:nvPr/>
        </p:nvSpPr>
        <p:spPr>
          <a:xfrm>
            <a:off x="8266616" y="3585391"/>
            <a:ext cx="31115" cy="1270"/>
          </a:xfrm>
          <a:custGeom>
            <a:avLst/>
            <a:gdLst/>
            <a:ahLst/>
            <a:cxnLst/>
            <a:rect l="l" t="t" r="r" b="b"/>
            <a:pathLst>
              <a:path w="31114" h="1270">
                <a:moveTo>
                  <a:pt x="0" y="1270"/>
                </a:moveTo>
                <a:lnTo>
                  <a:pt x="30602" y="1270"/>
                </a:lnTo>
                <a:lnTo>
                  <a:pt x="30602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6"/>
          <p:cNvSpPr/>
          <p:nvPr/>
        </p:nvSpPr>
        <p:spPr>
          <a:xfrm>
            <a:off x="8208718" y="3584121"/>
            <a:ext cx="22225" cy="1270"/>
          </a:xfrm>
          <a:custGeom>
            <a:avLst/>
            <a:gdLst/>
            <a:ahLst/>
            <a:cxnLst/>
            <a:rect l="l" t="t" r="r" b="b"/>
            <a:pathLst>
              <a:path w="22225" h="1270">
                <a:moveTo>
                  <a:pt x="0" y="1269"/>
                </a:moveTo>
                <a:lnTo>
                  <a:pt x="22020" y="1269"/>
                </a:lnTo>
                <a:lnTo>
                  <a:pt x="22020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17"/>
          <p:cNvSpPr/>
          <p:nvPr/>
        </p:nvSpPr>
        <p:spPr>
          <a:xfrm>
            <a:off x="8216945" y="3584121"/>
            <a:ext cx="13970" cy="1270"/>
          </a:xfrm>
          <a:custGeom>
            <a:avLst/>
            <a:gdLst/>
            <a:ahLst/>
            <a:cxnLst/>
            <a:rect l="l" t="t" r="r" b="b"/>
            <a:pathLst>
              <a:path w="13970" h="1270">
                <a:moveTo>
                  <a:pt x="0" y="1269"/>
                </a:moveTo>
                <a:lnTo>
                  <a:pt x="13794" y="1269"/>
                </a:lnTo>
                <a:lnTo>
                  <a:pt x="13794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18"/>
          <p:cNvSpPr/>
          <p:nvPr/>
        </p:nvSpPr>
        <p:spPr>
          <a:xfrm>
            <a:off x="8185307" y="3582850"/>
            <a:ext cx="12700" cy="1270"/>
          </a:xfrm>
          <a:custGeom>
            <a:avLst/>
            <a:gdLst/>
            <a:ahLst/>
            <a:cxnLst/>
            <a:rect l="l" t="t" r="r" b="b"/>
            <a:pathLst>
              <a:path w="12700" h="1270">
                <a:moveTo>
                  <a:pt x="0" y="1270"/>
                </a:moveTo>
                <a:lnTo>
                  <a:pt x="12193" y="1270"/>
                </a:lnTo>
                <a:lnTo>
                  <a:pt x="12193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19"/>
          <p:cNvSpPr/>
          <p:nvPr/>
        </p:nvSpPr>
        <p:spPr>
          <a:xfrm>
            <a:off x="8176895" y="3582850"/>
            <a:ext cx="20955" cy="1270"/>
          </a:xfrm>
          <a:custGeom>
            <a:avLst/>
            <a:gdLst/>
            <a:ahLst/>
            <a:cxnLst/>
            <a:rect l="l" t="t" r="r" b="b"/>
            <a:pathLst>
              <a:path w="20954" h="1270">
                <a:moveTo>
                  <a:pt x="0" y="1270"/>
                </a:moveTo>
                <a:lnTo>
                  <a:pt x="20605" y="1270"/>
                </a:lnTo>
                <a:lnTo>
                  <a:pt x="20605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0"/>
          <p:cNvSpPr/>
          <p:nvPr/>
        </p:nvSpPr>
        <p:spPr>
          <a:xfrm>
            <a:off x="8153420" y="3581580"/>
            <a:ext cx="11430" cy="1270"/>
          </a:xfrm>
          <a:custGeom>
            <a:avLst/>
            <a:gdLst/>
            <a:ahLst/>
            <a:cxnLst/>
            <a:rect l="l" t="t" r="r" b="b"/>
            <a:pathLst>
              <a:path w="11429" h="1270">
                <a:moveTo>
                  <a:pt x="0" y="1269"/>
                </a:moveTo>
                <a:lnTo>
                  <a:pt x="10840" y="1269"/>
                </a:lnTo>
                <a:lnTo>
                  <a:pt x="10840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1"/>
          <p:cNvSpPr/>
          <p:nvPr/>
        </p:nvSpPr>
        <p:spPr>
          <a:xfrm>
            <a:off x="8096656" y="2920989"/>
            <a:ext cx="67945" cy="661670"/>
          </a:xfrm>
          <a:custGeom>
            <a:avLst/>
            <a:gdLst/>
            <a:ahLst/>
            <a:cxnLst/>
            <a:rect l="l" t="t" r="r" b="b"/>
            <a:pathLst>
              <a:path w="67945" h="661670">
                <a:moveTo>
                  <a:pt x="67604" y="0"/>
                </a:moveTo>
                <a:lnTo>
                  <a:pt x="0" y="0"/>
                </a:lnTo>
                <a:lnTo>
                  <a:pt x="0" y="657247"/>
                </a:lnTo>
                <a:lnTo>
                  <a:pt x="8898" y="657904"/>
                </a:lnTo>
                <a:lnTo>
                  <a:pt x="33239" y="659965"/>
                </a:lnTo>
                <a:lnTo>
                  <a:pt x="42138" y="659965"/>
                </a:lnTo>
                <a:lnTo>
                  <a:pt x="49911" y="660716"/>
                </a:lnTo>
                <a:lnTo>
                  <a:pt x="58707" y="661371"/>
                </a:lnTo>
                <a:lnTo>
                  <a:pt x="67604" y="661371"/>
                </a:lnTo>
                <a:lnTo>
                  <a:pt x="67604" y="0"/>
                </a:lnTo>
                <a:close/>
              </a:path>
            </a:pathLst>
          </a:custGeom>
          <a:solidFill>
            <a:srgbClr val="FFE5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2"/>
          <p:cNvSpPr/>
          <p:nvPr/>
        </p:nvSpPr>
        <p:spPr>
          <a:xfrm>
            <a:off x="8063418" y="2920989"/>
            <a:ext cx="66675" cy="660400"/>
          </a:xfrm>
          <a:custGeom>
            <a:avLst/>
            <a:gdLst/>
            <a:ahLst/>
            <a:cxnLst/>
            <a:rect l="l" t="t" r="r" b="b"/>
            <a:pathLst>
              <a:path w="66675" h="660400">
                <a:moveTo>
                  <a:pt x="66478" y="0"/>
                </a:moveTo>
                <a:lnTo>
                  <a:pt x="0" y="0"/>
                </a:lnTo>
                <a:lnTo>
                  <a:pt x="0" y="654436"/>
                </a:lnTo>
                <a:lnTo>
                  <a:pt x="7772" y="655092"/>
                </a:lnTo>
                <a:lnTo>
                  <a:pt x="15544" y="655841"/>
                </a:lnTo>
                <a:lnTo>
                  <a:pt x="24443" y="656498"/>
                </a:lnTo>
                <a:lnTo>
                  <a:pt x="32114" y="657247"/>
                </a:lnTo>
                <a:lnTo>
                  <a:pt x="66478" y="659965"/>
                </a:lnTo>
                <a:lnTo>
                  <a:pt x="66478" y="0"/>
                </a:lnTo>
                <a:close/>
              </a:path>
            </a:pathLst>
          </a:custGeom>
          <a:solidFill>
            <a:srgbClr val="FFE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3"/>
          <p:cNvSpPr/>
          <p:nvPr/>
        </p:nvSpPr>
        <p:spPr>
          <a:xfrm>
            <a:off x="8030178" y="2920989"/>
            <a:ext cx="66675" cy="657860"/>
          </a:xfrm>
          <a:custGeom>
            <a:avLst/>
            <a:gdLst/>
            <a:ahLst/>
            <a:cxnLst/>
            <a:rect l="l" t="t" r="r" b="b"/>
            <a:pathLst>
              <a:path w="66675" h="657860">
                <a:moveTo>
                  <a:pt x="66478" y="0"/>
                </a:moveTo>
                <a:lnTo>
                  <a:pt x="0" y="0"/>
                </a:lnTo>
                <a:lnTo>
                  <a:pt x="0" y="650967"/>
                </a:lnTo>
                <a:lnTo>
                  <a:pt x="7772" y="651624"/>
                </a:lnTo>
                <a:lnTo>
                  <a:pt x="15546" y="653030"/>
                </a:lnTo>
                <a:lnTo>
                  <a:pt x="24443" y="653685"/>
                </a:lnTo>
                <a:lnTo>
                  <a:pt x="32114" y="654436"/>
                </a:lnTo>
                <a:lnTo>
                  <a:pt x="41012" y="655092"/>
                </a:lnTo>
                <a:lnTo>
                  <a:pt x="48784" y="655841"/>
                </a:lnTo>
                <a:lnTo>
                  <a:pt x="57683" y="656498"/>
                </a:lnTo>
                <a:lnTo>
                  <a:pt x="66478" y="657247"/>
                </a:lnTo>
                <a:lnTo>
                  <a:pt x="66478" y="0"/>
                </a:lnTo>
                <a:close/>
              </a:path>
            </a:pathLst>
          </a:custGeom>
          <a:solidFill>
            <a:srgbClr val="FFDD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4"/>
          <p:cNvSpPr/>
          <p:nvPr/>
        </p:nvSpPr>
        <p:spPr>
          <a:xfrm>
            <a:off x="7996938" y="2920989"/>
            <a:ext cx="66675" cy="654685"/>
          </a:xfrm>
          <a:custGeom>
            <a:avLst/>
            <a:gdLst/>
            <a:ahLst/>
            <a:cxnLst/>
            <a:rect l="l" t="t" r="r" b="b"/>
            <a:pathLst>
              <a:path w="66675" h="654685">
                <a:moveTo>
                  <a:pt x="66479" y="0"/>
                </a:moveTo>
                <a:lnTo>
                  <a:pt x="0" y="0"/>
                </a:lnTo>
                <a:lnTo>
                  <a:pt x="0" y="646750"/>
                </a:lnTo>
                <a:lnTo>
                  <a:pt x="7772" y="647499"/>
                </a:lnTo>
                <a:lnTo>
                  <a:pt x="15546" y="648905"/>
                </a:lnTo>
                <a:lnTo>
                  <a:pt x="23318" y="649561"/>
                </a:lnTo>
                <a:lnTo>
                  <a:pt x="32217" y="650967"/>
                </a:lnTo>
                <a:lnTo>
                  <a:pt x="41012" y="651624"/>
                </a:lnTo>
                <a:lnTo>
                  <a:pt x="48785" y="653030"/>
                </a:lnTo>
                <a:lnTo>
                  <a:pt x="57683" y="653685"/>
                </a:lnTo>
                <a:lnTo>
                  <a:pt x="66479" y="654436"/>
                </a:lnTo>
                <a:lnTo>
                  <a:pt x="66479" y="0"/>
                </a:lnTo>
                <a:close/>
              </a:path>
            </a:pathLst>
          </a:custGeom>
          <a:solidFill>
            <a:srgbClr val="FFD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5"/>
          <p:cNvSpPr/>
          <p:nvPr/>
        </p:nvSpPr>
        <p:spPr>
          <a:xfrm>
            <a:off x="7963698" y="2920989"/>
            <a:ext cx="66675" cy="651510"/>
          </a:xfrm>
          <a:custGeom>
            <a:avLst/>
            <a:gdLst/>
            <a:ahLst/>
            <a:cxnLst/>
            <a:rect l="l" t="t" r="r" b="b"/>
            <a:pathLst>
              <a:path w="66675" h="651510">
                <a:moveTo>
                  <a:pt x="66479" y="0"/>
                </a:moveTo>
                <a:lnTo>
                  <a:pt x="0" y="0"/>
                </a:lnTo>
                <a:lnTo>
                  <a:pt x="0" y="641875"/>
                </a:lnTo>
                <a:lnTo>
                  <a:pt x="15546" y="644687"/>
                </a:lnTo>
                <a:lnTo>
                  <a:pt x="23319" y="645438"/>
                </a:lnTo>
                <a:lnTo>
                  <a:pt x="32217" y="646750"/>
                </a:lnTo>
                <a:lnTo>
                  <a:pt x="39888" y="647499"/>
                </a:lnTo>
                <a:lnTo>
                  <a:pt x="48785" y="648905"/>
                </a:lnTo>
                <a:lnTo>
                  <a:pt x="57683" y="649561"/>
                </a:lnTo>
                <a:lnTo>
                  <a:pt x="66479" y="650967"/>
                </a:lnTo>
                <a:lnTo>
                  <a:pt x="66479" y="0"/>
                </a:lnTo>
                <a:close/>
              </a:path>
            </a:pathLst>
          </a:custGeom>
          <a:solidFill>
            <a:srgbClr val="FFD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6"/>
          <p:cNvSpPr/>
          <p:nvPr/>
        </p:nvSpPr>
        <p:spPr>
          <a:xfrm>
            <a:off x="7930562" y="2920989"/>
            <a:ext cx="66675" cy="647065"/>
          </a:xfrm>
          <a:custGeom>
            <a:avLst/>
            <a:gdLst/>
            <a:ahLst/>
            <a:cxnLst/>
            <a:rect l="l" t="t" r="r" b="b"/>
            <a:pathLst>
              <a:path w="66675" h="647064">
                <a:moveTo>
                  <a:pt x="66376" y="0"/>
                </a:moveTo>
                <a:lnTo>
                  <a:pt x="0" y="0"/>
                </a:lnTo>
                <a:lnTo>
                  <a:pt x="0" y="635689"/>
                </a:lnTo>
                <a:lnTo>
                  <a:pt x="7670" y="637095"/>
                </a:lnTo>
                <a:lnTo>
                  <a:pt x="14317" y="638407"/>
                </a:lnTo>
                <a:lnTo>
                  <a:pt x="22091" y="639813"/>
                </a:lnTo>
                <a:lnTo>
                  <a:pt x="30989" y="641219"/>
                </a:lnTo>
                <a:lnTo>
                  <a:pt x="38762" y="642626"/>
                </a:lnTo>
                <a:lnTo>
                  <a:pt x="47557" y="644032"/>
                </a:lnTo>
                <a:lnTo>
                  <a:pt x="66376" y="646750"/>
                </a:lnTo>
                <a:lnTo>
                  <a:pt x="66376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27"/>
          <p:cNvSpPr/>
          <p:nvPr/>
        </p:nvSpPr>
        <p:spPr>
          <a:xfrm>
            <a:off x="7896197" y="2920989"/>
            <a:ext cx="67945" cy="641985"/>
          </a:xfrm>
          <a:custGeom>
            <a:avLst/>
            <a:gdLst/>
            <a:ahLst/>
            <a:cxnLst/>
            <a:rect l="l" t="t" r="r" b="b"/>
            <a:pathLst>
              <a:path w="67945" h="641985">
                <a:moveTo>
                  <a:pt x="67501" y="0"/>
                </a:moveTo>
                <a:lnTo>
                  <a:pt x="0" y="0"/>
                </a:lnTo>
                <a:lnTo>
                  <a:pt x="0" y="627346"/>
                </a:lnTo>
                <a:lnTo>
                  <a:pt x="7773" y="629409"/>
                </a:lnTo>
                <a:lnTo>
                  <a:pt x="14420" y="631471"/>
                </a:lnTo>
                <a:lnTo>
                  <a:pt x="22091" y="633627"/>
                </a:lnTo>
                <a:lnTo>
                  <a:pt x="30989" y="634940"/>
                </a:lnTo>
                <a:lnTo>
                  <a:pt x="39888" y="637095"/>
                </a:lnTo>
                <a:lnTo>
                  <a:pt x="48682" y="638407"/>
                </a:lnTo>
                <a:lnTo>
                  <a:pt x="57581" y="640563"/>
                </a:lnTo>
                <a:lnTo>
                  <a:pt x="67501" y="641875"/>
                </a:lnTo>
                <a:lnTo>
                  <a:pt x="67501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28"/>
          <p:cNvSpPr/>
          <p:nvPr/>
        </p:nvSpPr>
        <p:spPr>
          <a:xfrm>
            <a:off x="7862958" y="2920989"/>
            <a:ext cx="67945" cy="636270"/>
          </a:xfrm>
          <a:custGeom>
            <a:avLst/>
            <a:gdLst/>
            <a:ahLst/>
            <a:cxnLst/>
            <a:rect l="l" t="t" r="r" b="b"/>
            <a:pathLst>
              <a:path w="67945" h="636269">
                <a:moveTo>
                  <a:pt x="67603" y="0"/>
                </a:moveTo>
                <a:lnTo>
                  <a:pt x="0" y="0"/>
                </a:lnTo>
                <a:lnTo>
                  <a:pt x="0" y="614131"/>
                </a:lnTo>
                <a:lnTo>
                  <a:pt x="45410" y="630815"/>
                </a:lnTo>
                <a:lnTo>
                  <a:pt x="67603" y="635689"/>
                </a:lnTo>
                <a:lnTo>
                  <a:pt x="67603" y="0"/>
                </a:lnTo>
                <a:close/>
              </a:path>
            </a:pathLst>
          </a:custGeom>
          <a:solidFill>
            <a:srgbClr val="FFC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29"/>
          <p:cNvSpPr/>
          <p:nvPr/>
        </p:nvSpPr>
        <p:spPr>
          <a:xfrm>
            <a:off x="7872367" y="2920989"/>
            <a:ext cx="0" cy="627380"/>
          </a:xfrm>
          <a:custGeom>
            <a:avLst/>
            <a:gdLst/>
            <a:ahLst/>
            <a:cxnLst/>
            <a:rect l="l" t="t" r="r" b="b"/>
            <a:pathLst>
              <a:path h="627380">
                <a:moveTo>
                  <a:pt x="0" y="0"/>
                </a:moveTo>
                <a:lnTo>
                  <a:pt x="0" y="627346"/>
                </a:lnTo>
              </a:path>
            </a:pathLst>
          </a:custGeom>
          <a:ln w="47659">
            <a:solidFill>
              <a:srgbClr val="FFCC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0"/>
          <p:cNvSpPr/>
          <p:nvPr/>
        </p:nvSpPr>
        <p:spPr>
          <a:xfrm>
            <a:off x="8777963" y="2920989"/>
            <a:ext cx="0" cy="622935"/>
          </a:xfrm>
          <a:custGeom>
            <a:avLst/>
            <a:gdLst/>
            <a:ahLst/>
            <a:cxnLst/>
            <a:rect l="l" t="t" r="r" b="b"/>
            <a:pathLst>
              <a:path h="622935">
                <a:moveTo>
                  <a:pt x="0" y="0"/>
                </a:moveTo>
                <a:lnTo>
                  <a:pt x="0" y="622473"/>
                </a:lnTo>
              </a:path>
            </a:pathLst>
          </a:custGeom>
          <a:ln w="33239">
            <a:solidFill>
              <a:srgbClr val="FFC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1"/>
          <p:cNvSpPr/>
          <p:nvPr/>
        </p:nvSpPr>
        <p:spPr>
          <a:xfrm>
            <a:off x="7848537" y="2852846"/>
            <a:ext cx="946150" cy="136525"/>
          </a:xfrm>
          <a:custGeom>
            <a:avLst/>
            <a:gdLst/>
            <a:ahLst/>
            <a:cxnLst/>
            <a:rect l="l" t="t" r="r" b="b"/>
            <a:pathLst>
              <a:path w="946150" h="136525">
                <a:moveTo>
                  <a:pt x="473022" y="0"/>
                </a:moveTo>
                <a:lnTo>
                  <a:pt x="377804" y="1405"/>
                </a:lnTo>
                <a:lnTo>
                  <a:pt x="332291" y="2813"/>
                </a:lnTo>
                <a:lnTo>
                  <a:pt x="246994" y="8342"/>
                </a:lnTo>
                <a:lnTo>
                  <a:pt x="171719" y="15279"/>
                </a:lnTo>
                <a:lnTo>
                  <a:pt x="107490" y="25026"/>
                </a:lnTo>
                <a:lnTo>
                  <a:pt x="57580" y="35431"/>
                </a:lnTo>
                <a:lnTo>
                  <a:pt x="21068" y="47990"/>
                </a:lnTo>
                <a:lnTo>
                  <a:pt x="0" y="68143"/>
                </a:lnTo>
                <a:lnTo>
                  <a:pt x="2249" y="75079"/>
                </a:lnTo>
                <a:lnTo>
                  <a:pt x="37636" y="94481"/>
                </a:lnTo>
                <a:lnTo>
                  <a:pt x="80899" y="106292"/>
                </a:lnTo>
                <a:lnTo>
                  <a:pt x="138480" y="116039"/>
                </a:lnTo>
                <a:lnTo>
                  <a:pt x="246994" y="127850"/>
                </a:lnTo>
                <a:lnTo>
                  <a:pt x="332291" y="133474"/>
                </a:lnTo>
                <a:lnTo>
                  <a:pt x="377804" y="134786"/>
                </a:lnTo>
                <a:lnTo>
                  <a:pt x="473022" y="136192"/>
                </a:lnTo>
                <a:lnTo>
                  <a:pt x="568342" y="134786"/>
                </a:lnTo>
                <a:lnTo>
                  <a:pt x="613752" y="133474"/>
                </a:lnTo>
                <a:lnTo>
                  <a:pt x="697925" y="127850"/>
                </a:lnTo>
                <a:lnTo>
                  <a:pt x="773200" y="120914"/>
                </a:lnTo>
                <a:lnTo>
                  <a:pt x="837530" y="111166"/>
                </a:lnTo>
                <a:lnTo>
                  <a:pt x="888464" y="100761"/>
                </a:lnTo>
                <a:lnTo>
                  <a:pt x="924976" y="88295"/>
                </a:lnTo>
                <a:lnTo>
                  <a:pt x="946045" y="68143"/>
                </a:lnTo>
                <a:lnTo>
                  <a:pt x="943795" y="61207"/>
                </a:lnTo>
                <a:lnTo>
                  <a:pt x="908408" y="41710"/>
                </a:lnTo>
                <a:lnTo>
                  <a:pt x="865145" y="29900"/>
                </a:lnTo>
                <a:lnTo>
                  <a:pt x="807565" y="20152"/>
                </a:lnTo>
                <a:lnTo>
                  <a:pt x="697925" y="8342"/>
                </a:lnTo>
                <a:lnTo>
                  <a:pt x="613752" y="2813"/>
                </a:lnTo>
                <a:lnTo>
                  <a:pt x="568342" y="1405"/>
                </a:lnTo>
                <a:lnTo>
                  <a:pt x="473022" y="0"/>
                </a:lnTo>
                <a:close/>
              </a:path>
            </a:pathLst>
          </a:custGeom>
          <a:solidFill>
            <a:srgbClr val="FF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2"/>
          <p:cNvSpPr/>
          <p:nvPr/>
        </p:nvSpPr>
        <p:spPr>
          <a:xfrm>
            <a:off x="8396936" y="2921181"/>
            <a:ext cx="33655" cy="662940"/>
          </a:xfrm>
          <a:custGeom>
            <a:avLst/>
            <a:gdLst/>
            <a:ahLst/>
            <a:cxnLst/>
            <a:rect l="l" t="t" r="r" b="b"/>
            <a:pathLst>
              <a:path w="33654" h="662939">
                <a:moveTo>
                  <a:pt x="0" y="662940"/>
                </a:moveTo>
                <a:lnTo>
                  <a:pt x="33138" y="662940"/>
                </a:lnTo>
                <a:lnTo>
                  <a:pt x="33138" y="0"/>
                </a:lnTo>
                <a:lnTo>
                  <a:pt x="0" y="0"/>
                </a:lnTo>
                <a:lnTo>
                  <a:pt x="0" y="6629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3"/>
          <p:cNvSpPr/>
          <p:nvPr/>
        </p:nvSpPr>
        <p:spPr>
          <a:xfrm>
            <a:off x="8430074" y="3582850"/>
            <a:ext cx="28575" cy="1270"/>
          </a:xfrm>
          <a:custGeom>
            <a:avLst/>
            <a:gdLst/>
            <a:ahLst/>
            <a:cxnLst/>
            <a:rect l="l" t="t" r="r" b="b"/>
            <a:pathLst>
              <a:path w="28575" h="1270">
                <a:moveTo>
                  <a:pt x="0" y="1270"/>
                </a:moveTo>
                <a:lnTo>
                  <a:pt x="28441" y="1270"/>
                </a:lnTo>
                <a:lnTo>
                  <a:pt x="28441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4"/>
          <p:cNvSpPr/>
          <p:nvPr/>
        </p:nvSpPr>
        <p:spPr>
          <a:xfrm>
            <a:off x="8430074" y="3581580"/>
            <a:ext cx="60960" cy="1270"/>
          </a:xfrm>
          <a:custGeom>
            <a:avLst/>
            <a:gdLst/>
            <a:ahLst/>
            <a:cxnLst/>
            <a:rect l="l" t="t" r="r" b="b"/>
            <a:pathLst>
              <a:path w="60959" h="1270">
                <a:moveTo>
                  <a:pt x="0" y="1269"/>
                </a:moveTo>
                <a:lnTo>
                  <a:pt x="60502" y="1269"/>
                </a:lnTo>
                <a:lnTo>
                  <a:pt x="60502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5"/>
          <p:cNvSpPr/>
          <p:nvPr/>
        </p:nvSpPr>
        <p:spPr>
          <a:xfrm>
            <a:off x="8430074" y="2921181"/>
            <a:ext cx="66675" cy="660400"/>
          </a:xfrm>
          <a:custGeom>
            <a:avLst/>
            <a:gdLst/>
            <a:ahLst/>
            <a:cxnLst/>
            <a:rect l="l" t="t" r="r" b="b"/>
            <a:pathLst>
              <a:path w="66675" h="660400">
                <a:moveTo>
                  <a:pt x="0" y="660400"/>
                </a:moveTo>
                <a:lnTo>
                  <a:pt x="66478" y="660400"/>
                </a:lnTo>
                <a:lnTo>
                  <a:pt x="66478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6"/>
          <p:cNvSpPr/>
          <p:nvPr/>
        </p:nvSpPr>
        <p:spPr>
          <a:xfrm>
            <a:off x="8463313" y="2920989"/>
            <a:ext cx="66675" cy="662940"/>
          </a:xfrm>
          <a:custGeom>
            <a:avLst/>
            <a:gdLst/>
            <a:ahLst/>
            <a:cxnLst/>
            <a:rect l="l" t="t" r="r" b="b"/>
            <a:pathLst>
              <a:path w="66675" h="662939">
                <a:moveTo>
                  <a:pt x="66479" y="0"/>
                </a:moveTo>
                <a:lnTo>
                  <a:pt x="0" y="0"/>
                </a:lnTo>
                <a:lnTo>
                  <a:pt x="0" y="662777"/>
                </a:lnTo>
                <a:lnTo>
                  <a:pt x="16671" y="661371"/>
                </a:lnTo>
                <a:lnTo>
                  <a:pt x="25568" y="661371"/>
                </a:lnTo>
                <a:lnTo>
                  <a:pt x="49910" y="659310"/>
                </a:lnTo>
                <a:lnTo>
                  <a:pt x="58707" y="659310"/>
                </a:lnTo>
                <a:lnTo>
                  <a:pt x="66479" y="658559"/>
                </a:lnTo>
                <a:lnTo>
                  <a:pt x="66479" y="0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37"/>
          <p:cNvSpPr/>
          <p:nvPr/>
        </p:nvSpPr>
        <p:spPr>
          <a:xfrm>
            <a:off x="8495530" y="2920989"/>
            <a:ext cx="67945" cy="661035"/>
          </a:xfrm>
          <a:custGeom>
            <a:avLst/>
            <a:gdLst/>
            <a:ahLst/>
            <a:cxnLst/>
            <a:rect l="l" t="t" r="r" b="b"/>
            <a:pathLst>
              <a:path w="67945" h="661035">
                <a:moveTo>
                  <a:pt x="67501" y="0"/>
                </a:moveTo>
                <a:lnTo>
                  <a:pt x="0" y="0"/>
                </a:lnTo>
                <a:lnTo>
                  <a:pt x="0" y="660716"/>
                </a:lnTo>
                <a:lnTo>
                  <a:pt x="8796" y="659965"/>
                </a:lnTo>
                <a:lnTo>
                  <a:pt x="17693" y="659310"/>
                </a:lnTo>
                <a:lnTo>
                  <a:pt x="26489" y="659310"/>
                </a:lnTo>
                <a:lnTo>
                  <a:pt x="34262" y="658559"/>
                </a:lnTo>
                <a:lnTo>
                  <a:pt x="43159" y="657904"/>
                </a:lnTo>
                <a:lnTo>
                  <a:pt x="67501" y="655841"/>
                </a:lnTo>
                <a:lnTo>
                  <a:pt x="67501" y="0"/>
                </a:lnTo>
                <a:close/>
              </a:path>
            </a:pathLst>
          </a:custGeom>
          <a:solidFill>
            <a:srgbClr val="FFEF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38"/>
          <p:cNvSpPr/>
          <p:nvPr/>
        </p:nvSpPr>
        <p:spPr>
          <a:xfrm>
            <a:off x="8528667" y="2920989"/>
            <a:ext cx="67945" cy="659130"/>
          </a:xfrm>
          <a:custGeom>
            <a:avLst/>
            <a:gdLst/>
            <a:ahLst/>
            <a:cxnLst/>
            <a:rect l="l" t="t" r="r" b="b"/>
            <a:pathLst>
              <a:path w="67945" h="659129">
                <a:moveTo>
                  <a:pt x="67604" y="0"/>
                </a:moveTo>
                <a:lnTo>
                  <a:pt x="0" y="0"/>
                </a:lnTo>
                <a:lnTo>
                  <a:pt x="0" y="658559"/>
                </a:lnTo>
                <a:lnTo>
                  <a:pt x="17796" y="657247"/>
                </a:lnTo>
                <a:lnTo>
                  <a:pt x="67604" y="653030"/>
                </a:lnTo>
                <a:lnTo>
                  <a:pt x="67604" y="0"/>
                </a:lnTo>
                <a:close/>
              </a:path>
            </a:pathLst>
          </a:custGeom>
          <a:solidFill>
            <a:srgbClr val="FFEA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39"/>
          <p:cNvSpPr/>
          <p:nvPr/>
        </p:nvSpPr>
        <p:spPr>
          <a:xfrm>
            <a:off x="8561906" y="2920989"/>
            <a:ext cx="66675" cy="655955"/>
          </a:xfrm>
          <a:custGeom>
            <a:avLst/>
            <a:gdLst/>
            <a:ahLst/>
            <a:cxnLst/>
            <a:rect l="l" t="t" r="r" b="b"/>
            <a:pathLst>
              <a:path w="66675" h="655954">
                <a:moveTo>
                  <a:pt x="66479" y="0"/>
                </a:moveTo>
                <a:lnTo>
                  <a:pt x="0" y="0"/>
                </a:lnTo>
                <a:lnTo>
                  <a:pt x="0" y="655841"/>
                </a:lnTo>
                <a:lnTo>
                  <a:pt x="8897" y="655092"/>
                </a:lnTo>
                <a:lnTo>
                  <a:pt x="17796" y="654436"/>
                </a:lnTo>
                <a:lnTo>
                  <a:pt x="26591" y="653685"/>
                </a:lnTo>
                <a:lnTo>
                  <a:pt x="35488" y="652373"/>
                </a:lnTo>
                <a:lnTo>
                  <a:pt x="43262" y="651624"/>
                </a:lnTo>
                <a:lnTo>
                  <a:pt x="51034" y="650967"/>
                </a:lnTo>
                <a:lnTo>
                  <a:pt x="58705" y="649561"/>
                </a:lnTo>
                <a:lnTo>
                  <a:pt x="66479" y="648905"/>
                </a:lnTo>
                <a:lnTo>
                  <a:pt x="66479" y="0"/>
                </a:lnTo>
                <a:close/>
              </a:path>
            </a:pathLst>
          </a:custGeom>
          <a:solidFill>
            <a:srgbClr val="FFE2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0"/>
          <p:cNvSpPr/>
          <p:nvPr/>
        </p:nvSpPr>
        <p:spPr>
          <a:xfrm>
            <a:off x="8595146" y="2920989"/>
            <a:ext cx="66675" cy="653415"/>
          </a:xfrm>
          <a:custGeom>
            <a:avLst/>
            <a:gdLst/>
            <a:ahLst/>
            <a:cxnLst/>
            <a:rect l="l" t="t" r="r" b="b"/>
            <a:pathLst>
              <a:path w="66675" h="653414">
                <a:moveTo>
                  <a:pt x="66478" y="0"/>
                </a:moveTo>
                <a:lnTo>
                  <a:pt x="0" y="0"/>
                </a:lnTo>
                <a:lnTo>
                  <a:pt x="0" y="653030"/>
                </a:lnTo>
                <a:lnTo>
                  <a:pt x="8897" y="651624"/>
                </a:lnTo>
                <a:lnTo>
                  <a:pt x="17795" y="650967"/>
                </a:lnTo>
                <a:lnTo>
                  <a:pt x="26591" y="649561"/>
                </a:lnTo>
                <a:lnTo>
                  <a:pt x="35488" y="648905"/>
                </a:lnTo>
                <a:lnTo>
                  <a:pt x="43262" y="647499"/>
                </a:lnTo>
                <a:lnTo>
                  <a:pt x="51034" y="646750"/>
                </a:lnTo>
                <a:lnTo>
                  <a:pt x="58705" y="645438"/>
                </a:lnTo>
                <a:lnTo>
                  <a:pt x="66478" y="644687"/>
                </a:lnTo>
                <a:lnTo>
                  <a:pt x="66478" y="0"/>
                </a:lnTo>
                <a:close/>
              </a:path>
            </a:pathLst>
          </a:custGeom>
          <a:solidFill>
            <a:srgbClr val="FFDD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1"/>
          <p:cNvSpPr/>
          <p:nvPr/>
        </p:nvSpPr>
        <p:spPr>
          <a:xfrm>
            <a:off x="8628386" y="2920989"/>
            <a:ext cx="66675" cy="648970"/>
          </a:xfrm>
          <a:custGeom>
            <a:avLst/>
            <a:gdLst/>
            <a:ahLst/>
            <a:cxnLst/>
            <a:rect l="l" t="t" r="r" b="b"/>
            <a:pathLst>
              <a:path w="66675" h="648970">
                <a:moveTo>
                  <a:pt x="66478" y="0"/>
                </a:moveTo>
                <a:lnTo>
                  <a:pt x="0" y="0"/>
                </a:lnTo>
                <a:lnTo>
                  <a:pt x="0" y="648905"/>
                </a:lnTo>
                <a:lnTo>
                  <a:pt x="8897" y="647499"/>
                </a:lnTo>
                <a:lnTo>
                  <a:pt x="17795" y="646750"/>
                </a:lnTo>
                <a:lnTo>
                  <a:pt x="35488" y="644032"/>
                </a:lnTo>
                <a:lnTo>
                  <a:pt x="43261" y="643281"/>
                </a:lnTo>
                <a:lnTo>
                  <a:pt x="66478" y="639157"/>
                </a:lnTo>
                <a:lnTo>
                  <a:pt x="66478" y="0"/>
                </a:lnTo>
                <a:close/>
              </a:path>
            </a:pathLst>
          </a:custGeom>
          <a:solidFill>
            <a:srgbClr val="FFD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2"/>
          <p:cNvSpPr/>
          <p:nvPr/>
        </p:nvSpPr>
        <p:spPr>
          <a:xfrm>
            <a:off x="8661624" y="2920989"/>
            <a:ext cx="66675" cy="645160"/>
          </a:xfrm>
          <a:custGeom>
            <a:avLst/>
            <a:gdLst/>
            <a:ahLst/>
            <a:cxnLst/>
            <a:rect l="l" t="t" r="r" b="b"/>
            <a:pathLst>
              <a:path w="66675" h="645160">
                <a:moveTo>
                  <a:pt x="66479" y="0"/>
                </a:moveTo>
                <a:lnTo>
                  <a:pt x="0" y="0"/>
                </a:lnTo>
                <a:lnTo>
                  <a:pt x="0" y="644687"/>
                </a:lnTo>
                <a:lnTo>
                  <a:pt x="8898" y="643281"/>
                </a:lnTo>
                <a:lnTo>
                  <a:pt x="27716" y="640563"/>
                </a:lnTo>
                <a:lnTo>
                  <a:pt x="35490" y="638407"/>
                </a:lnTo>
                <a:lnTo>
                  <a:pt x="44286" y="637095"/>
                </a:lnTo>
                <a:lnTo>
                  <a:pt x="52058" y="635689"/>
                </a:lnTo>
                <a:lnTo>
                  <a:pt x="58707" y="633627"/>
                </a:lnTo>
                <a:lnTo>
                  <a:pt x="66479" y="632221"/>
                </a:lnTo>
                <a:lnTo>
                  <a:pt x="66479" y="0"/>
                </a:lnTo>
                <a:close/>
              </a:path>
            </a:pathLst>
          </a:custGeom>
          <a:solidFill>
            <a:srgbClr val="FFD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3"/>
          <p:cNvSpPr/>
          <p:nvPr/>
        </p:nvSpPr>
        <p:spPr>
          <a:xfrm>
            <a:off x="8694864" y="2920989"/>
            <a:ext cx="66675" cy="639445"/>
          </a:xfrm>
          <a:custGeom>
            <a:avLst/>
            <a:gdLst/>
            <a:ahLst/>
            <a:cxnLst/>
            <a:rect l="l" t="t" r="r" b="b"/>
            <a:pathLst>
              <a:path w="66675" h="639445">
                <a:moveTo>
                  <a:pt x="66479" y="0"/>
                </a:moveTo>
                <a:lnTo>
                  <a:pt x="0" y="0"/>
                </a:lnTo>
                <a:lnTo>
                  <a:pt x="0" y="639157"/>
                </a:lnTo>
                <a:lnTo>
                  <a:pt x="10022" y="637095"/>
                </a:lnTo>
                <a:lnTo>
                  <a:pt x="19944" y="635689"/>
                </a:lnTo>
                <a:lnTo>
                  <a:pt x="28841" y="633627"/>
                </a:lnTo>
                <a:lnTo>
                  <a:pt x="37637" y="631471"/>
                </a:lnTo>
                <a:lnTo>
                  <a:pt x="53183" y="627346"/>
                </a:lnTo>
                <a:lnTo>
                  <a:pt x="59830" y="624535"/>
                </a:lnTo>
                <a:lnTo>
                  <a:pt x="66479" y="622473"/>
                </a:lnTo>
                <a:lnTo>
                  <a:pt x="66479" y="0"/>
                </a:lnTo>
                <a:close/>
              </a:path>
            </a:pathLst>
          </a:custGeom>
          <a:solidFill>
            <a:srgbClr val="FFCE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4"/>
          <p:cNvSpPr/>
          <p:nvPr/>
        </p:nvSpPr>
        <p:spPr>
          <a:xfrm>
            <a:off x="8728104" y="2920989"/>
            <a:ext cx="66675" cy="632460"/>
          </a:xfrm>
          <a:custGeom>
            <a:avLst/>
            <a:gdLst/>
            <a:ahLst/>
            <a:cxnLst/>
            <a:rect l="l" t="t" r="r" b="b"/>
            <a:pathLst>
              <a:path w="66675" h="632460">
                <a:moveTo>
                  <a:pt x="66479" y="0"/>
                </a:moveTo>
                <a:lnTo>
                  <a:pt x="0" y="0"/>
                </a:lnTo>
                <a:lnTo>
                  <a:pt x="0" y="632221"/>
                </a:lnTo>
                <a:lnTo>
                  <a:pt x="39886" y="619660"/>
                </a:lnTo>
                <a:lnTo>
                  <a:pt x="66479" y="597447"/>
                </a:lnTo>
                <a:lnTo>
                  <a:pt x="66479" y="0"/>
                </a:lnTo>
                <a:close/>
              </a:path>
            </a:pathLst>
          </a:custGeom>
          <a:solidFill>
            <a:srgbClr val="FFC9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5"/>
          <p:cNvSpPr/>
          <p:nvPr/>
        </p:nvSpPr>
        <p:spPr>
          <a:xfrm>
            <a:off x="8363698" y="2921181"/>
            <a:ext cx="33655" cy="664210"/>
          </a:xfrm>
          <a:custGeom>
            <a:avLst/>
            <a:gdLst/>
            <a:ahLst/>
            <a:cxnLst/>
            <a:rect l="l" t="t" r="r" b="b"/>
            <a:pathLst>
              <a:path w="33654" h="664210">
                <a:moveTo>
                  <a:pt x="0" y="664210"/>
                </a:moveTo>
                <a:lnTo>
                  <a:pt x="33238" y="664210"/>
                </a:lnTo>
                <a:lnTo>
                  <a:pt x="33238" y="0"/>
                </a:lnTo>
                <a:lnTo>
                  <a:pt x="0" y="0"/>
                </a:lnTo>
                <a:lnTo>
                  <a:pt x="0" y="6642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6"/>
          <p:cNvSpPr/>
          <p:nvPr/>
        </p:nvSpPr>
        <p:spPr>
          <a:xfrm>
            <a:off x="8330458" y="2920989"/>
            <a:ext cx="33655" cy="666115"/>
          </a:xfrm>
          <a:custGeom>
            <a:avLst/>
            <a:gdLst/>
            <a:ahLst/>
            <a:cxnLst/>
            <a:rect l="l" t="t" r="r" b="b"/>
            <a:pathLst>
              <a:path w="33654" h="666114">
                <a:moveTo>
                  <a:pt x="0" y="665496"/>
                </a:moveTo>
                <a:lnTo>
                  <a:pt x="33239" y="665496"/>
                </a:lnTo>
                <a:lnTo>
                  <a:pt x="33239" y="0"/>
                </a:lnTo>
                <a:lnTo>
                  <a:pt x="0" y="0"/>
                </a:lnTo>
                <a:lnTo>
                  <a:pt x="0" y="665496"/>
                </a:lnTo>
                <a:close/>
              </a:path>
            </a:pathLst>
          </a:custGeom>
          <a:solidFill>
            <a:srgbClr val="FFF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47"/>
          <p:cNvSpPr/>
          <p:nvPr/>
        </p:nvSpPr>
        <p:spPr>
          <a:xfrm>
            <a:off x="8272957" y="3585391"/>
            <a:ext cx="57785" cy="1270"/>
          </a:xfrm>
          <a:custGeom>
            <a:avLst/>
            <a:gdLst/>
            <a:ahLst/>
            <a:cxnLst/>
            <a:rect l="l" t="t" r="r" b="b"/>
            <a:pathLst>
              <a:path w="57785" h="1270">
                <a:moveTo>
                  <a:pt x="0" y="1270"/>
                </a:moveTo>
                <a:lnTo>
                  <a:pt x="57500" y="1270"/>
                </a:lnTo>
                <a:lnTo>
                  <a:pt x="57500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48"/>
          <p:cNvSpPr/>
          <p:nvPr/>
        </p:nvSpPr>
        <p:spPr>
          <a:xfrm>
            <a:off x="8297218" y="2921181"/>
            <a:ext cx="33655" cy="664210"/>
          </a:xfrm>
          <a:custGeom>
            <a:avLst/>
            <a:gdLst/>
            <a:ahLst/>
            <a:cxnLst/>
            <a:rect l="l" t="t" r="r" b="b"/>
            <a:pathLst>
              <a:path w="33654" h="664210">
                <a:moveTo>
                  <a:pt x="0" y="664210"/>
                </a:moveTo>
                <a:lnTo>
                  <a:pt x="33239" y="664210"/>
                </a:lnTo>
                <a:lnTo>
                  <a:pt x="33239" y="0"/>
                </a:lnTo>
                <a:lnTo>
                  <a:pt x="0" y="0"/>
                </a:lnTo>
                <a:lnTo>
                  <a:pt x="0" y="664210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49"/>
          <p:cNvSpPr/>
          <p:nvPr/>
        </p:nvSpPr>
        <p:spPr>
          <a:xfrm>
            <a:off x="8266616" y="3585391"/>
            <a:ext cx="31115" cy="1270"/>
          </a:xfrm>
          <a:custGeom>
            <a:avLst/>
            <a:gdLst/>
            <a:ahLst/>
            <a:cxnLst/>
            <a:rect l="l" t="t" r="r" b="b"/>
            <a:pathLst>
              <a:path w="31114" h="1270">
                <a:moveTo>
                  <a:pt x="0" y="1270"/>
                </a:moveTo>
                <a:lnTo>
                  <a:pt x="30602" y="1270"/>
                </a:lnTo>
                <a:lnTo>
                  <a:pt x="30602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0"/>
          <p:cNvSpPr/>
          <p:nvPr/>
        </p:nvSpPr>
        <p:spPr>
          <a:xfrm>
            <a:off x="8263979" y="2921181"/>
            <a:ext cx="33655" cy="664210"/>
          </a:xfrm>
          <a:custGeom>
            <a:avLst/>
            <a:gdLst/>
            <a:ahLst/>
            <a:cxnLst/>
            <a:rect l="l" t="t" r="r" b="b"/>
            <a:pathLst>
              <a:path w="33654" h="664210">
                <a:moveTo>
                  <a:pt x="0" y="664210"/>
                </a:moveTo>
                <a:lnTo>
                  <a:pt x="33239" y="664210"/>
                </a:lnTo>
                <a:lnTo>
                  <a:pt x="33239" y="0"/>
                </a:lnTo>
                <a:lnTo>
                  <a:pt x="0" y="0"/>
                </a:lnTo>
                <a:lnTo>
                  <a:pt x="0" y="664210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1"/>
          <p:cNvSpPr/>
          <p:nvPr/>
        </p:nvSpPr>
        <p:spPr>
          <a:xfrm>
            <a:off x="8208718" y="3584121"/>
            <a:ext cx="55880" cy="1270"/>
          </a:xfrm>
          <a:custGeom>
            <a:avLst/>
            <a:gdLst/>
            <a:ahLst/>
            <a:cxnLst/>
            <a:rect l="l" t="t" r="r" b="b"/>
            <a:pathLst>
              <a:path w="55879" h="1270">
                <a:moveTo>
                  <a:pt x="0" y="1269"/>
                </a:moveTo>
                <a:lnTo>
                  <a:pt x="55260" y="1269"/>
                </a:lnTo>
                <a:lnTo>
                  <a:pt x="55260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2"/>
          <p:cNvSpPr/>
          <p:nvPr/>
        </p:nvSpPr>
        <p:spPr>
          <a:xfrm>
            <a:off x="8230739" y="2921181"/>
            <a:ext cx="33655" cy="662940"/>
          </a:xfrm>
          <a:custGeom>
            <a:avLst/>
            <a:gdLst/>
            <a:ahLst/>
            <a:cxnLst/>
            <a:rect l="l" t="t" r="r" b="b"/>
            <a:pathLst>
              <a:path w="33654" h="662939">
                <a:moveTo>
                  <a:pt x="0" y="662940"/>
                </a:moveTo>
                <a:lnTo>
                  <a:pt x="33239" y="662940"/>
                </a:lnTo>
                <a:lnTo>
                  <a:pt x="33239" y="0"/>
                </a:lnTo>
                <a:lnTo>
                  <a:pt x="0" y="0"/>
                </a:lnTo>
                <a:lnTo>
                  <a:pt x="0" y="662940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3"/>
          <p:cNvSpPr/>
          <p:nvPr/>
        </p:nvSpPr>
        <p:spPr>
          <a:xfrm>
            <a:off x="8216945" y="3584121"/>
            <a:ext cx="13970" cy="1270"/>
          </a:xfrm>
          <a:custGeom>
            <a:avLst/>
            <a:gdLst/>
            <a:ahLst/>
            <a:cxnLst/>
            <a:rect l="l" t="t" r="r" b="b"/>
            <a:pathLst>
              <a:path w="13970" h="1270">
                <a:moveTo>
                  <a:pt x="0" y="1269"/>
                </a:moveTo>
                <a:lnTo>
                  <a:pt x="13794" y="1269"/>
                </a:lnTo>
                <a:lnTo>
                  <a:pt x="13794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4"/>
          <p:cNvSpPr/>
          <p:nvPr/>
        </p:nvSpPr>
        <p:spPr>
          <a:xfrm>
            <a:off x="8185307" y="3582850"/>
            <a:ext cx="45720" cy="1270"/>
          </a:xfrm>
          <a:custGeom>
            <a:avLst/>
            <a:gdLst/>
            <a:ahLst/>
            <a:cxnLst/>
            <a:rect l="l" t="t" r="r" b="b"/>
            <a:pathLst>
              <a:path w="45720" h="1270">
                <a:moveTo>
                  <a:pt x="0" y="1270"/>
                </a:moveTo>
                <a:lnTo>
                  <a:pt x="45431" y="1270"/>
                </a:lnTo>
                <a:lnTo>
                  <a:pt x="45431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5"/>
          <p:cNvSpPr/>
          <p:nvPr/>
        </p:nvSpPr>
        <p:spPr>
          <a:xfrm>
            <a:off x="8197500" y="2921181"/>
            <a:ext cx="33655" cy="661670"/>
          </a:xfrm>
          <a:custGeom>
            <a:avLst/>
            <a:gdLst/>
            <a:ahLst/>
            <a:cxnLst/>
            <a:rect l="l" t="t" r="r" b="b"/>
            <a:pathLst>
              <a:path w="33654" h="661670">
                <a:moveTo>
                  <a:pt x="0" y="661670"/>
                </a:moveTo>
                <a:lnTo>
                  <a:pt x="33238" y="661670"/>
                </a:lnTo>
                <a:lnTo>
                  <a:pt x="33238" y="0"/>
                </a:lnTo>
                <a:lnTo>
                  <a:pt x="0" y="0"/>
                </a:lnTo>
                <a:lnTo>
                  <a:pt x="0" y="6616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6"/>
          <p:cNvSpPr/>
          <p:nvPr/>
        </p:nvSpPr>
        <p:spPr>
          <a:xfrm>
            <a:off x="8176895" y="3582850"/>
            <a:ext cx="20955" cy="1270"/>
          </a:xfrm>
          <a:custGeom>
            <a:avLst/>
            <a:gdLst/>
            <a:ahLst/>
            <a:cxnLst/>
            <a:rect l="l" t="t" r="r" b="b"/>
            <a:pathLst>
              <a:path w="20954" h="1270">
                <a:moveTo>
                  <a:pt x="0" y="1270"/>
                </a:moveTo>
                <a:lnTo>
                  <a:pt x="20605" y="1270"/>
                </a:lnTo>
                <a:lnTo>
                  <a:pt x="20605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57"/>
          <p:cNvSpPr/>
          <p:nvPr/>
        </p:nvSpPr>
        <p:spPr>
          <a:xfrm>
            <a:off x="8153420" y="3581580"/>
            <a:ext cx="44450" cy="1270"/>
          </a:xfrm>
          <a:custGeom>
            <a:avLst/>
            <a:gdLst/>
            <a:ahLst/>
            <a:cxnLst/>
            <a:rect l="l" t="t" r="r" b="b"/>
            <a:pathLst>
              <a:path w="44450" h="1270">
                <a:moveTo>
                  <a:pt x="0" y="1269"/>
                </a:moveTo>
                <a:lnTo>
                  <a:pt x="44080" y="1269"/>
                </a:lnTo>
                <a:lnTo>
                  <a:pt x="44080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58"/>
          <p:cNvSpPr/>
          <p:nvPr/>
        </p:nvSpPr>
        <p:spPr>
          <a:xfrm>
            <a:off x="8129896" y="2921181"/>
            <a:ext cx="67945" cy="660400"/>
          </a:xfrm>
          <a:custGeom>
            <a:avLst/>
            <a:gdLst/>
            <a:ahLst/>
            <a:cxnLst/>
            <a:rect l="l" t="t" r="r" b="b"/>
            <a:pathLst>
              <a:path w="67945" h="660400">
                <a:moveTo>
                  <a:pt x="0" y="660400"/>
                </a:moveTo>
                <a:lnTo>
                  <a:pt x="67604" y="660400"/>
                </a:lnTo>
                <a:lnTo>
                  <a:pt x="67604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59"/>
          <p:cNvSpPr/>
          <p:nvPr/>
        </p:nvSpPr>
        <p:spPr>
          <a:xfrm>
            <a:off x="8096656" y="2920989"/>
            <a:ext cx="67945" cy="661670"/>
          </a:xfrm>
          <a:custGeom>
            <a:avLst/>
            <a:gdLst/>
            <a:ahLst/>
            <a:cxnLst/>
            <a:rect l="l" t="t" r="r" b="b"/>
            <a:pathLst>
              <a:path w="67945" h="661670">
                <a:moveTo>
                  <a:pt x="67604" y="0"/>
                </a:moveTo>
                <a:lnTo>
                  <a:pt x="0" y="0"/>
                </a:lnTo>
                <a:lnTo>
                  <a:pt x="0" y="657247"/>
                </a:lnTo>
                <a:lnTo>
                  <a:pt x="8898" y="657904"/>
                </a:lnTo>
                <a:lnTo>
                  <a:pt x="33239" y="659965"/>
                </a:lnTo>
                <a:lnTo>
                  <a:pt x="42138" y="659965"/>
                </a:lnTo>
                <a:lnTo>
                  <a:pt x="49911" y="660716"/>
                </a:lnTo>
                <a:lnTo>
                  <a:pt x="58707" y="661371"/>
                </a:lnTo>
                <a:lnTo>
                  <a:pt x="67604" y="661371"/>
                </a:lnTo>
                <a:lnTo>
                  <a:pt x="67604" y="0"/>
                </a:lnTo>
                <a:close/>
              </a:path>
            </a:pathLst>
          </a:custGeom>
          <a:solidFill>
            <a:srgbClr val="FFE5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0"/>
          <p:cNvSpPr/>
          <p:nvPr/>
        </p:nvSpPr>
        <p:spPr>
          <a:xfrm>
            <a:off x="8063418" y="2920989"/>
            <a:ext cx="66675" cy="660400"/>
          </a:xfrm>
          <a:custGeom>
            <a:avLst/>
            <a:gdLst/>
            <a:ahLst/>
            <a:cxnLst/>
            <a:rect l="l" t="t" r="r" b="b"/>
            <a:pathLst>
              <a:path w="66675" h="660400">
                <a:moveTo>
                  <a:pt x="66478" y="0"/>
                </a:moveTo>
                <a:lnTo>
                  <a:pt x="0" y="0"/>
                </a:lnTo>
                <a:lnTo>
                  <a:pt x="0" y="654436"/>
                </a:lnTo>
                <a:lnTo>
                  <a:pt x="7772" y="655092"/>
                </a:lnTo>
                <a:lnTo>
                  <a:pt x="15544" y="655841"/>
                </a:lnTo>
                <a:lnTo>
                  <a:pt x="24443" y="656498"/>
                </a:lnTo>
                <a:lnTo>
                  <a:pt x="32114" y="657247"/>
                </a:lnTo>
                <a:lnTo>
                  <a:pt x="66478" y="659965"/>
                </a:lnTo>
                <a:lnTo>
                  <a:pt x="66478" y="0"/>
                </a:lnTo>
                <a:close/>
              </a:path>
            </a:pathLst>
          </a:custGeom>
          <a:solidFill>
            <a:srgbClr val="FFE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1"/>
          <p:cNvSpPr/>
          <p:nvPr/>
        </p:nvSpPr>
        <p:spPr>
          <a:xfrm>
            <a:off x="8030178" y="2920989"/>
            <a:ext cx="66675" cy="657860"/>
          </a:xfrm>
          <a:custGeom>
            <a:avLst/>
            <a:gdLst/>
            <a:ahLst/>
            <a:cxnLst/>
            <a:rect l="l" t="t" r="r" b="b"/>
            <a:pathLst>
              <a:path w="66675" h="657860">
                <a:moveTo>
                  <a:pt x="66478" y="0"/>
                </a:moveTo>
                <a:lnTo>
                  <a:pt x="0" y="0"/>
                </a:lnTo>
                <a:lnTo>
                  <a:pt x="0" y="650967"/>
                </a:lnTo>
                <a:lnTo>
                  <a:pt x="7772" y="651624"/>
                </a:lnTo>
                <a:lnTo>
                  <a:pt x="15546" y="653030"/>
                </a:lnTo>
                <a:lnTo>
                  <a:pt x="24443" y="653685"/>
                </a:lnTo>
                <a:lnTo>
                  <a:pt x="32114" y="654436"/>
                </a:lnTo>
                <a:lnTo>
                  <a:pt x="41012" y="655092"/>
                </a:lnTo>
                <a:lnTo>
                  <a:pt x="48784" y="655841"/>
                </a:lnTo>
                <a:lnTo>
                  <a:pt x="57683" y="656498"/>
                </a:lnTo>
                <a:lnTo>
                  <a:pt x="66478" y="657247"/>
                </a:lnTo>
                <a:lnTo>
                  <a:pt x="66478" y="0"/>
                </a:lnTo>
                <a:close/>
              </a:path>
            </a:pathLst>
          </a:custGeom>
          <a:solidFill>
            <a:srgbClr val="FFDD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2"/>
          <p:cNvSpPr/>
          <p:nvPr/>
        </p:nvSpPr>
        <p:spPr>
          <a:xfrm>
            <a:off x="7996938" y="2920989"/>
            <a:ext cx="66675" cy="654685"/>
          </a:xfrm>
          <a:custGeom>
            <a:avLst/>
            <a:gdLst/>
            <a:ahLst/>
            <a:cxnLst/>
            <a:rect l="l" t="t" r="r" b="b"/>
            <a:pathLst>
              <a:path w="66675" h="654685">
                <a:moveTo>
                  <a:pt x="66479" y="0"/>
                </a:moveTo>
                <a:lnTo>
                  <a:pt x="0" y="0"/>
                </a:lnTo>
                <a:lnTo>
                  <a:pt x="0" y="646750"/>
                </a:lnTo>
                <a:lnTo>
                  <a:pt x="7772" y="647499"/>
                </a:lnTo>
                <a:lnTo>
                  <a:pt x="15546" y="648905"/>
                </a:lnTo>
                <a:lnTo>
                  <a:pt x="23318" y="649561"/>
                </a:lnTo>
                <a:lnTo>
                  <a:pt x="32217" y="650967"/>
                </a:lnTo>
                <a:lnTo>
                  <a:pt x="41012" y="651624"/>
                </a:lnTo>
                <a:lnTo>
                  <a:pt x="48785" y="653030"/>
                </a:lnTo>
                <a:lnTo>
                  <a:pt x="57683" y="653685"/>
                </a:lnTo>
                <a:lnTo>
                  <a:pt x="66479" y="654436"/>
                </a:lnTo>
                <a:lnTo>
                  <a:pt x="66479" y="0"/>
                </a:lnTo>
                <a:close/>
              </a:path>
            </a:pathLst>
          </a:custGeom>
          <a:solidFill>
            <a:srgbClr val="FFD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3"/>
          <p:cNvSpPr/>
          <p:nvPr/>
        </p:nvSpPr>
        <p:spPr>
          <a:xfrm>
            <a:off x="7963698" y="2920989"/>
            <a:ext cx="66675" cy="651510"/>
          </a:xfrm>
          <a:custGeom>
            <a:avLst/>
            <a:gdLst/>
            <a:ahLst/>
            <a:cxnLst/>
            <a:rect l="l" t="t" r="r" b="b"/>
            <a:pathLst>
              <a:path w="66675" h="651510">
                <a:moveTo>
                  <a:pt x="66479" y="0"/>
                </a:moveTo>
                <a:lnTo>
                  <a:pt x="0" y="0"/>
                </a:lnTo>
                <a:lnTo>
                  <a:pt x="0" y="641875"/>
                </a:lnTo>
                <a:lnTo>
                  <a:pt x="15546" y="644687"/>
                </a:lnTo>
                <a:lnTo>
                  <a:pt x="23319" y="645438"/>
                </a:lnTo>
                <a:lnTo>
                  <a:pt x="32217" y="646750"/>
                </a:lnTo>
                <a:lnTo>
                  <a:pt x="39888" y="647499"/>
                </a:lnTo>
                <a:lnTo>
                  <a:pt x="48785" y="648905"/>
                </a:lnTo>
                <a:lnTo>
                  <a:pt x="57683" y="649561"/>
                </a:lnTo>
                <a:lnTo>
                  <a:pt x="66479" y="650967"/>
                </a:lnTo>
                <a:lnTo>
                  <a:pt x="66479" y="0"/>
                </a:lnTo>
                <a:close/>
              </a:path>
            </a:pathLst>
          </a:custGeom>
          <a:solidFill>
            <a:srgbClr val="FFD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4"/>
          <p:cNvSpPr/>
          <p:nvPr/>
        </p:nvSpPr>
        <p:spPr>
          <a:xfrm>
            <a:off x="7930562" y="2920989"/>
            <a:ext cx="66675" cy="647065"/>
          </a:xfrm>
          <a:custGeom>
            <a:avLst/>
            <a:gdLst/>
            <a:ahLst/>
            <a:cxnLst/>
            <a:rect l="l" t="t" r="r" b="b"/>
            <a:pathLst>
              <a:path w="66675" h="647064">
                <a:moveTo>
                  <a:pt x="66376" y="0"/>
                </a:moveTo>
                <a:lnTo>
                  <a:pt x="0" y="0"/>
                </a:lnTo>
                <a:lnTo>
                  <a:pt x="0" y="635689"/>
                </a:lnTo>
                <a:lnTo>
                  <a:pt x="7670" y="637095"/>
                </a:lnTo>
                <a:lnTo>
                  <a:pt x="14317" y="638407"/>
                </a:lnTo>
                <a:lnTo>
                  <a:pt x="22091" y="639813"/>
                </a:lnTo>
                <a:lnTo>
                  <a:pt x="30989" y="641219"/>
                </a:lnTo>
                <a:lnTo>
                  <a:pt x="38762" y="642626"/>
                </a:lnTo>
                <a:lnTo>
                  <a:pt x="47557" y="644032"/>
                </a:lnTo>
                <a:lnTo>
                  <a:pt x="66376" y="646750"/>
                </a:lnTo>
                <a:lnTo>
                  <a:pt x="66376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5"/>
          <p:cNvSpPr/>
          <p:nvPr/>
        </p:nvSpPr>
        <p:spPr>
          <a:xfrm>
            <a:off x="7896197" y="2920989"/>
            <a:ext cx="67945" cy="641985"/>
          </a:xfrm>
          <a:custGeom>
            <a:avLst/>
            <a:gdLst/>
            <a:ahLst/>
            <a:cxnLst/>
            <a:rect l="l" t="t" r="r" b="b"/>
            <a:pathLst>
              <a:path w="67945" h="641985">
                <a:moveTo>
                  <a:pt x="67501" y="0"/>
                </a:moveTo>
                <a:lnTo>
                  <a:pt x="0" y="0"/>
                </a:lnTo>
                <a:lnTo>
                  <a:pt x="0" y="627346"/>
                </a:lnTo>
                <a:lnTo>
                  <a:pt x="7773" y="629409"/>
                </a:lnTo>
                <a:lnTo>
                  <a:pt x="14420" y="631471"/>
                </a:lnTo>
                <a:lnTo>
                  <a:pt x="22091" y="633627"/>
                </a:lnTo>
                <a:lnTo>
                  <a:pt x="30989" y="634940"/>
                </a:lnTo>
                <a:lnTo>
                  <a:pt x="39888" y="637095"/>
                </a:lnTo>
                <a:lnTo>
                  <a:pt x="48682" y="638407"/>
                </a:lnTo>
                <a:lnTo>
                  <a:pt x="57581" y="640563"/>
                </a:lnTo>
                <a:lnTo>
                  <a:pt x="67501" y="641875"/>
                </a:lnTo>
                <a:lnTo>
                  <a:pt x="67501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6"/>
          <p:cNvSpPr/>
          <p:nvPr/>
        </p:nvSpPr>
        <p:spPr>
          <a:xfrm>
            <a:off x="7862958" y="2920989"/>
            <a:ext cx="67945" cy="636270"/>
          </a:xfrm>
          <a:custGeom>
            <a:avLst/>
            <a:gdLst/>
            <a:ahLst/>
            <a:cxnLst/>
            <a:rect l="l" t="t" r="r" b="b"/>
            <a:pathLst>
              <a:path w="67945" h="636269">
                <a:moveTo>
                  <a:pt x="67603" y="0"/>
                </a:moveTo>
                <a:lnTo>
                  <a:pt x="0" y="0"/>
                </a:lnTo>
                <a:lnTo>
                  <a:pt x="0" y="614131"/>
                </a:lnTo>
                <a:lnTo>
                  <a:pt x="45410" y="630815"/>
                </a:lnTo>
                <a:lnTo>
                  <a:pt x="67603" y="635689"/>
                </a:lnTo>
                <a:lnTo>
                  <a:pt x="67603" y="0"/>
                </a:lnTo>
                <a:close/>
              </a:path>
            </a:pathLst>
          </a:custGeom>
          <a:solidFill>
            <a:srgbClr val="FFC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67"/>
          <p:cNvSpPr/>
          <p:nvPr/>
        </p:nvSpPr>
        <p:spPr>
          <a:xfrm>
            <a:off x="7872367" y="2920989"/>
            <a:ext cx="0" cy="627380"/>
          </a:xfrm>
          <a:custGeom>
            <a:avLst/>
            <a:gdLst/>
            <a:ahLst/>
            <a:cxnLst/>
            <a:rect l="l" t="t" r="r" b="b"/>
            <a:pathLst>
              <a:path h="627380">
                <a:moveTo>
                  <a:pt x="0" y="0"/>
                </a:moveTo>
                <a:lnTo>
                  <a:pt x="0" y="627346"/>
                </a:lnTo>
              </a:path>
            </a:pathLst>
          </a:custGeom>
          <a:ln w="47659">
            <a:solidFill>
              <a:srgbClr val="FFCC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68"/>
          <p:cNvSpPr/>
          <p:nvPr/>
        </p:nvSpPr>
        <p:spPr>
          <a:xfrm>
            <a:off x="8777963" y="2920989"/>
            <a:ext cx="0" cy="622935"/>
          </a:xfrm>
          <a:custGeom>
            <a:avLst/>
            <a:gdLst/>
            <a:ahLst/>
            <a:cxnLst/>
            <a:rect l="l" t="t" r="r" b="b"/>
            <a:pathLst>
              <a:path h="622935">
                <a:moveTo>
                  <a:pt x="0" y="0"/>
                </a:moveTo>
                <a:lnTo>
                  <a:pt x="0" y="622473"/>
                </a:lnTo>
              </a:path>
            </a:pathLst>
          </a:custGeom>
          <a:ln w="33239">
            <a:solidFill>
              <a:srgbClr val="FFC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69"/>
          <p:cNvSpPr/>
          <p:nvPr/>
        </p:nvSpPr>
        <p:spPr>
          <a:xfrm>
            <a:off x="7848537" y="2852846"/>
            <a:ext cx="946150" cy="136525"/>
          </a:xfrm>
          <a:custGeom>
            <a:avLst/>
            <a:gdLst/>
            <a:ahLst/>
            <a:cxnLst/>
            <a:rect l="l" t="t" r="r" b="b"/>
            <a:pathLst>
              <a:path w="946150" h="136525">
                <a:moveTo>
                  <a:pt x="473022" y="0"/>
                </a:moveTo>
                <a:lnTo>
                  <a:pt x="377804" y="1405"/>
                </a:lnTo>
                <a:lnTo>
                  <a:pt x="332291" y="2813"/>
                </a:lnTo>
                <a:lnTo>
                  <a:pt x="246994" y="8342"/>
                </a:lnTo>
                <a:lnTo>
                  <a:pt x="171719" y="15279"/>
                </a:lnTo>
                <a:lnTo>
                  <a:pt x="107490" y="25026"/>
                </a:lnTo>
                <a:lnTo>
                  <a:pt x="57580" y="35431"/>
                </a:lnTo>
                <a:lnTo>
                  <a:pt x="21068" y="47990"/>
                </a:lnTo>
                <a:lnTo>
                  <a:pt x="0" y="68143"/>
                </a:lnTo>
                <a:lnTo>
                  <a:pt x="2249" y="75079"/>
                </a:lnTo>
                <a:lnTo>
                  <a:pt x="37636" y="94481"/>
                </a:lnTo>
                <a:lnTo>
                  <a:pt x="80899" y="106292"/>
                </a:lnTo>
                <a:lnTo>
                  <a:pt x="138480" y="116039"/>
                </a:lnTo>
                <a:lnTo>
                  <a:pt x="246994" y="127850"/>
                </a:lnTo>
                <a:lnTo>
                  <a:pt x="332291" y="133474"/>
                </a:lnTo>
                <a:lnTo>
                  <a:pt x="377804" y="134786"/>
                </a:lnTo>
                <a:lnTo>
                  <a:pt x="473022" y="136192"/>
                </a:lnTo>
                <a:lnTo>
                  <a:pt x="568342" y="134786"/>
                </a:lnTo>
                <a:lnTo>
                  <a:pt x="613752" y="133474"/>
                </a:lnTo>
                <a:lnTo>
                  <a:pt x="697925" y="127850"/>
                </a:lnTo>
                <a:lnTo>
                  <a:pt x="773200" y="120914"/>
                </a:lnTo>
                <a:lnTo>
                  <a:pt x="837530" y="111166"/>
                </a:lnTo>
                <a:lnTo>
                  <a:pt x="888464" y="100761"/>
                </a:lnTo>
                <a:lnTo>
                  <a:pt x="924976" y="88295"/>
                </a:lnTo>
                <a:lnTo>
                  <a:pt x="946045" y="68143"/>
                </a:lnTo>
                <a:lnTo>
                  <a:pt x="943795" y="61207"/>
                </a:lnTo>
                <a:lnTo>
                  <a:pt x="908408" y="41710"/>
                </a:lnTo>
                <a:lnTo>
                  <a:pt x="865145" y="29900"/>
                </a:lnTo>
                <a:lnTo>
                  <a:pt x="807565" y="20152"/>
                </a:lnTo>
                <a:lnTo>
                  <a:pt x="697925" y="8342"/>
                </a:lnTo>
                <a:lnTo>
                  <a:pt x="613752" y="2813"/>
                </a:lnTo>
                <a:lnTo>
                  <a:pt x="568342" y="1405"/>
                </a:lnTo>
                <a:lnTo>
                  <a:pt x="473022" y="0"/>
                </a:lnTo>
                <a:close/>
              </a:path>
            </a:pathLst>
          </a:custGeom>
          <a:solidFill>
            <a:srgbClr val="FF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0"/>
          <p:cNvSpPr/>
          <p:nvPr/>
        </p:nvSpPr>
        <p:spPr>
          <a:xfrm>
            <a:off x="9884836" y="3582850"/>
            <a:ext cx="28575" cy="1270"/>
          </a:xfrm>
          <a:custGeom>
            <a:avLst/>
            <a:gdLst/>
            <a:ahLst/>
            <a:cxnLst/>
            <a:rect l="l" t="t" r="r" b="b"/>
            <a:pathLst>
              <a:path w="28575" h="1270">
                <a:moveTo>
                  <a:pt x="0" y="1270"/>
                </a:moveTo>
                <a:lnTo>
                  <a:pt x="28442" y="1270"/>
                </a:lnTo>
                <a:lnTo>
                  <a:pt x="28442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1"/>
          <p:cNvSpPr/>
          <p:nvPr/>
        </p:nvSpPr>
        <p:spPr>
          <a:xfrm>
            <a:off x="9884836" y="3581580"/>
            <a:ext cx="60960" cy="1270"/>
          </a:xfrm>
          <a:custGeom>
            <a:avLst/>
            <a:gdLst/>
            <a:ahLst/>
            <a:cxnLst/>
            <a:rect l="l" t="t" r="r" b="b"/>
            <a:pathLst>
              <a:path w="60959" h="1270">
                <a:moveTo>
                  <a:pt x="0" y="1269"/>
                </a:moveTo>
                <a:lnTo>
                  <a:pt x="60503" y="1269"/>
                </a:lnTo>
                <a:lnTo>
                  <a:pt x="60503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2"/>
          <p:cNvSpPr/>
          <p:nvPr/>
        </p:nvSpPr>
        <p:spPr>
          <a:xfrm>
            <a:off x="9918076" y="2920989"/>
            <a:ext cx="66675" cy="662940"/>
          </a:xfrm>
          <a:custGeom>
            <a:avLst/>
            <a:gdLst/>
            <a:ahLst/>
            <a:cxnLst/>
            <a:rect l="l" t="t" r="r" b="b"/>
            <a:pathLst>
              <a:path w="66675" h="662939">
                <a:moveTo>
                  <a:pt x="66478" y="0"/>
                </a:moveTo>
                <a:lnTo>
                  <a:pt x="0" y="0"/>
                </a:lnTo>
                <a:lnTo>
                  <a:pt x="0" y="662777"/>
                </a:lnTo>
                <a:lnTo>
                  <a:pt x="16671" y="661371"/>
                </a:lnTo>
                <a:lnTo>
                  <a:pt x="25568" y="661371"/>
                </a:lnTo>
                <a:lnTo>
                  <a:pt x="49909" y="659310"/>
                </a:lnTo>
                <a:lnTo>
                  <a:pt x="58705" y="659310"/>
                </a:lnTo>
                <a:lnTo>
                  <a:pt x="66478" y="658559"/>
                </a:lnTo>
                <a:lnTo>
                  <a:pt x="66478" y="0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3"/>
          <p:cNvSpPr/>
          <p:nvPr/>
        </p:nvSpPr>
        <p:spPr>
          <a:xfrm>
            <a:off x="9950292" y="2920989"/>
            <a:ext cx="67945" cy="661035"/>
          </a:xfrm>
          <a:custGeom>
            <a:avLst/>
            <a:gdLst/>
            <a:ahLst/>
            <a:cxnLst/>
            <a:rect l="l" t="t" r="r" b="b"/>
            <a:pathLst>
              <a:path w="67945" h="661035">
                <a:moveTo>
                  <a:pt x="67501" y="0"/>
                </a:moveTo>
                <a:lnTo>
                  <a:pt x="0" y="0"/>
                </a:lnTo>
                <a:lnTo>
                  <a:pt x="0" y="660716"/>
                </a:lnTo>
                <a:lnTo>
                  <a:pt x="8796" y="659965"/>
                </a:lnTo>
                <a:lnTo>
                  <a:pt x="17693" y="659310"/>
                </a:lnTo>
                <a:lnTo>
                  <a:pt x="26489" y="659310"/>
                </a:lnTo>
                <a:lnTo>
                  <a:pt x="34262" y="658559"/>
                </a:lnTo>
                <a:lnTo>
                  <a:pt x="43160" y="657904"/>
                </a:lnTo>
                <a:lnTo>
                  <a:pt x="67501" y="655841"/>
                </a:lnTo>
                <a:lnTo>
                  <a:pt x="67501" y="0"/>
                </a:lnTo>
                <a:close/>
              </a:path>
            </a:pathLst>
          </a:custGeom>
          <a:solidFill>
            <a:srgbClr val="FFEF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4"/>
          <p:cNvSpPr/>
          <p:nvPr/>
        </p:nvSpPr>
        <p:spPr>
          <a:xfrm>
            <a:off x="9983430" y="2920989"/>
            <a:ext cx="67945" cy="659130"/>
          </a:xfrm>
          <a:custGeom>
            <a:avLst/>
            <a:gdLst/>
            <a:ahLst/>
            <a:cxnLst/>
            <a:rect l="l" t="t" r="r" b="b"/>
            <a:pathLst>
              <a:path w="67945" h="659129">
                <a:moveTo>
                  <a:pt x="67603" y="0"/>
                </a:moveTo>
                <a:lnTo>
                  <a:pt x="0" y="0"/>
                </a:lnTo>
                <a:lnTo>
                  <a:pt x="0" y="658559"/>
                </a:lnTo>
                <a:lnTo>
                  <a:pt x="17795" y="657247"/>
                </a:lnTo>
                <a:lnTo>
                  <a:pt x="67603" y="653030"/>
                </a:lnTo>
                <a:lnTo>
                  <a:pt x="67603" y="0"/>
                </a:lnTo>
                <a:close/>
              </a:path>
            </a:pathLst>
          </a:custGeom>
          <a:solidFill>
            <a:srgbClr val="FFEA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5"/>
          <p:cNvSpPr/>
          <p:nvPr/>
        </p:nvSpPr>
        <p:spPr>
          <a:xfrm>
            <a:off x="10016668" y="2920989"/>
            <a:ext cx="66675" cy="655955"/>
          </a:xfrm>
          <a:custGeom>
            <a:avLst/>
            <a:gdLst/>
            <a:ahLst/>
            <a:cxnLst/>
            <a:rect l="l" t="t" r="r" b="b"/>
            <a:pathLst>
              <a:path w="66675" h="655954">
                <a:moveTo>
                  <a:pt x="66479" y="0"/>
                </a:moveTo>
                <a:lnTo>
                  <a:pt x="0" y="0"/>
                </a:lnTo>
                <a:lnTo>
                  <a:pt x="0" y="655841"/>
                </a:lnTo>
                <a:lnTo>
                  <a:pt x="8898" y="655092"/>
                </a:lnTo>
                <a:lnTo>
                  <a:pt x="17796" y="654436"/>
                </a:lnTo>
                <a:lnTo>
                  <a:pt x="26592" y="653685"/>
                </a:lnTo>
                <a:lnTo>
                  <a:pt x="35490" y="652373"/>
                </a:lnTo>
                <a:lnTo>
                  <a:pt x="43262" y="651624"/>
                </a:lnTo>
                <a:lnTo>
                  <a:pt x="51036" y="650967"/>
                </a:lnTo>
                <a:lnTo>
                  <a:pt x="58707" y="649561"/>
                </a:lnTo>
                <a:lnTo>
                  <a:pt x="66479" y="648905"/>
                </a:lnTo>
                <a:lnTo>
                  <a:pt x="66479" y="0"/>
                </a:lnTo>
                <a:close/>
              </a:path>
            </a:pathLst>
          </a:custGeom>
          <a:solidFill>
            <a:srgbClr val="FFE2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6"/>
          <p:cNvSpPr/>
          <p:nvPr/>
        </p:nvSpPr>
        <p:spPr>
          <a:xfrm>
            <a:off x="10049908" y="2920989"/>
            <a:ext cx="66675" cy="653415"/>
          </a:xfrm>
          <a:custGeom>
            <a:avLst/>
            <a:gdLst/>
            <a:ahLst/>
            <a:cxnLst/>
            <a:rect l="l" t="t" r="r" b="b"/>
            <a:pathLst>
              <a:path w="66675" h="653414">
                <a:moveTo>
                  <a:pt x="66479" y="0"/>
                </a:moveTo>
                <a:lnTo>
                  <a:pt x="0" y="0"/>
                </a:lnTo>
                <a:lnTo>
                  <a:pt x="0" y="653030"/>
                </a:lnTo>
                <a:lnTo>
                  <a:pt x="8897" y="651624"/>
                </a:lnTo>
                <a:lnTo>
                  <a:pt x="17796" y="650967"/>
                </a:lnTo>
                <a:lnTo>
                  <a:pt x="26591" y="649561"/>
                </a:lnTo>
                <a:lnTo>
                  <a:pt x="35490" y="648905"/>
                </a:lnTo>
                <a:lnTo>
                  <a:pt x="43262" y="647499"/>
                </a:lnTo>
                <a:lnTo>
                  <a:pt x="51034" y="646750"/>
                </a:lnTo>
                <a:lnTo>
                  <a:pt x="58705" y="645438"/>
                </a:lnTo>
                <a:lnTo>
                  <a:pt x="66479" y="644687"/>
                </a:lnTo>
                <a:lnTo>
                  <a:pt x="66479" y="0"/>
                </a:lnTo>
                <a:close/>
              </a:path>
            </a:pathLst>
          </a:custGeom>
          <a:solidFill>
            <a:srgbClr val="FFDD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77"/>
          <p:cNvSpPr/>
          <p:nvPr/>
        </p:nvSpPr>
        <p:spPr>
          <a:xfrm>
            <a:off x="10083148" y="2920989"/>
            <a:ext cx="66675" cy="648970"/>
          </a:xfrm>
          <a:custGeom>
            <a:avLst/>
            <a:gdLst/>
            <a:ahLst/>
            <a:cxnLst/>
            <a:rect l="l" t="t" r="r" b="b"/>
            <a:pathLst>
              <a:path w="66675" h="648970">
                <a:moveTo>
                  <a:pt x="66479" y="0"/>
                </a:moveTo>
                <a:lnTo>
                  <a:pt x="0" y="0"/>
                </a:lnTo>
                <a:lnTo>
                  <a:pt x="0" y="648905"/>
                </a:lnTo>
                <a:lnTo>
                  <a:pt x="8897" y="647499"/>
                </a:lnTo>
                <a:lnTo>
                  <a:pt x="17795" y="646750"/>
                </a:lnTo>
                <a:lnTo>
                  <a:pt x="35488" y="644032"/>
                </a:lnTo>
                <a:lnTo>
                  <a:pt x="43262" y="643281"/>
                </a:lnTo>
                <a:lnTo>
                  <a:pt x="66479" y="639157"/>
                </a:lnTo>
                <a:lnTo>
                  <a:pt x="66479" y="0"/>
                </a:lnTo>
                <a:close/>
              </a:path>
            </a:pathLst>
          </a:custGeom>
          <a:solidFill>
            <a:srgbClr val="FFD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78"/>
          <p:cNvSpPr/>
          <p:nvPr/>
        </p:nvSpPr>
        <p:spPr>
          <a:xfrm>
            <a:off x="10116388" y="2920989"/>
            <a:ext cx="66675" cy="645160"/>
          </a:xfrm>
          <a:custGeom>
            <a:avLst/>
            <a:gdLst/>
            <a:ahLst/>
            <a:cxnLst/>
            <a:rect l="l" t="t" r="r" b="b"/>
            <a:pathLst>
              <a:path w="66675" h="645160">
                <a:moveTo>
                  <a:pt x="66478" y="0"/>
                </a:moveTo>
                <a:lnTo>
                  <a:pt x="0" y="0"/>
                </a:lnTo>
                <a:lnTo>
                  <a:pt x="0" y="644687"/>
                </a:lnTo>
                <a:lnTo>
                  <a:pt x="8897" y="643281"/>
                </a:lnTo>
                <a:lnTo>
                  <a:pt x="27716" y="640563"/>
                </a:lnTo>
                <a:lnTo>
                  <a:pt x="35488" y="638407"/>
                </a:lnTo>
                <a:lnTo>
                  <a:pt x="44284" y="637095"/>
                </a:lnTo>
                <a:lnTo>
                  <a:pt x="52057" y="635689"/>
                </a:lnTo>
                <a:lnTo>
                  <a:pt x="58705" y="633627"/>
                </a:lnTo>
                <a:lnTo>
                  <a:pt x="66478" y="632221"/>
                </a:lnTo>
                <a:lnTo>
                  <a:pt x="66478" y="0"/>
                </a:lnTo>
                <a:close/>
              </a:path>
            </a:pathLst>
          </a:custGeom>
          <a:solidFill>
            <a:srgbClr val="FFD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79"/>
          <p:cNvSpPr/>
          <p:nvPr/>
        </p:nvSpPr>
        <p:spPr>
          <a:xfrm>
            <a:off x="10149628" y="2920989"/>
            <a:ext cx="66675" cy="639445"/>
          </a:xfrm>
          <a:custGeom>
            <a:avLst/>
            <a:gdLst/>
            <a:ahLst/>
            <a:cxnLst/>
            <a:rect l="l" t="t" r="r" b="b"/>
            <a:pathLst>
              <a:path w="66675" h="639445">
                <a:moveTo>
                  <a:pt x="66478" y="0"/>
                </a:moveTo>
                <a:lnTo>
                  <a:pt x="0" y="0"/>
                </a:lnTo>
                <a:lnTo>
                  <a:pt x="0" y="639157"/>
                </a:lnTo>
                <a:lnTo>
                  <a:pt x="10022" y="637095"/>
                </a:lnTo>
                <a:lnTo>
                  <a:pt x="19942" y="635689"/>
                </a:lnTo>
                <a:lnTo>
                  <a:pt x="28840" y="633627"/>
                </a:lnTo>
                <a:lnTo>
                  <a:pt x="37636" y="631471"/>
                </a:lnTo>
                <a:lnTo>
                  <a:pt x="53182" y="627346"/>
                </a:lnTo>
                <a:lnTo>
                  <a:pt x="59830" y="624535"/>
                </a:lnTo>
                <a:lnTo>
                  <a:pt x="66478" y="622473"/>
                </a:lnTo>
                <a:lnTo>
                  <a:pt x="66478" y="0"/>
                </a:lnTo>
                <a:close/>
              </a:path>
            </a:pathLst>
          </a:custGeom>
          <a:solidFill>
            <a:srgbClr val="FFCE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0"/>
          <p:cNvSpPr/>
          <p:nvPr/>
        </p:nvSpPr>
        <p:spPr>
          <a:xfrm>
            <a:off x="10182866" y="2920989"/>
            <a:ext cx="66675" cy="632460"/>
          </a:xfrm>
          <a:custGeom>
            <a:avLst/>
            <a:gdLst/>
            <a:ahLst/>
            <a:cxnLst/>
            <a:rect l="l" t="t" r="r" b="b"/>
            <a:pathLst>
              <a:path w="66675" h="632460">
                <a:moveTo>
                  <a:pt x="66479" y="0"/>
                </a:moveTo>
                <a:lnTo>
                  <a:pt x="0" y="0"/>
                </a:lnTo>
                <a:lnTo>
                  <a:pt x="0" y="632221"/>
                </a:lnTo>
                <a:lnTo>
                  <a:pt x="39888" y="619660"/>
                </a:lnTo>
                <a:lnTo>
                  <a:pt x="66479" y="597447"/>
                </a:lnTo>
                <a:lnTo>
                  <a:pt x="66479" y="0"/>
                </a:lnTo>
                <a:close/>
              </a:path>
            </a:pathLst>
          </a:custGeom>
          <a:solidFill>
            <a:srgbClr val="FFC9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1"/>
          <p:cNvSpPr/>
          <p:nvPr/>
        </p:nvSpPr>
        <p:spPr>
          <a:xfrm>
            <a:off x="9727719" y="3585391"/>
            <a:ext cx="57785" cy="1270"/>
          </a:xfrm>
          <a:custGeom>
            <a:avLst/>
            <a:gdLst/>
            <a:ahLst/>
            <a:cxnLst/>
            <a:rect l="l" t="t" r="r" b="b"/>
            <a:pathLst>
              <a:path w="57784" h="1270">
                <a:moveTo>
                  <a:pt x="0" y="1270"/>
                </a:moveTo>
                <a:lnTo>
                  <a:pt x="57500" y="1270"/>
                </a:lnTo>
                <a:lnTo>
                  <a:pt x="57500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2"/>
          <p:cNvSpPr/>
          <p:nvPr/>
        </p:nvSpPr>
        <p:spPr>
          <a:xfrm>
            <a:off x="9721379" y="3585391"/>
            <a:ext cx="31115" cy="1270"/>
          </a:xfrm>
          <a:custGeom>
            <a:avLst/>
            <a:gdLst/>
            <a:ahLst/>
            <a:cxnLst/>
            <a:rect l="l" t="t" r="r" b="b"/>
            <a:pathLst>
              <a:path w="31115" h="1270">
                <a:moveTo>
                  <a:pt x="0" y="1270"/>
                </a:moveTo>
                <a:lnTo>
                  <a:pt x="30601" y="1270"/>
                </a:lnTo>
                <a:lnTo>
                  <a:pt x="30601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3"/>
          <p:cNvSpPr/>
          <p:nvPr/>
        </p:nvSpPr>
        <p:spPr>
          <a:xfrm>
            <a:off x="9663481" y="3584121"/>
            <a:ext cx="22225" cy="1270"/>
          </a:xfrm>
          <a:custGeom>
            <a:avLst/>
            <a:gdLst/>
            <a:ahLst/>
            <a:cxnLst/>
            <a:rect l="l" t="t" r="r" b="b"/>
            <a:pathLst>
              <a:path w="22225" h="1270">
                <a:moveTo>
                  <a:pt x="0" y="1269"/>
                </a:moveTo>
                <a:lnTo>
                  <a:pt x="22021" y="1269"/>
                </a:lnTo>
                <a:lnTo>
                  <a:pt x="22021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4"/>
          <p:cNvSpPr/>
          <p:nvPr/>
        </p:nvSpPr>
        <p:spPr>
          <a:xfrm>
            <a:off x="9671708" y="3584121"/>
            <a:ext cx="13970" cy="1270"/>
          </a:xfrm>
          <a:custGeom>
            <a:avLst/>
            <a:gdLst/>
            <a:ahLst/>
            <a:cxnLst/>
            <a:rect l="l" t="t" r="r" b="b"/>
            <a:pathLst>
              <a:path w="13970" h="1270">
                <a:moveTo>
                  <a:pt x="0" y="1269"/>
                </a:moveTo>
                <a:lnTo>
                  <a:pt x="13794" y="1269"/>
                </a:lnTo>
                <a:lnTo>
                  <a:pt x="13794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5"/>
          <p:cNvSpPr/>
          <p:nvPr/>
        </p:nvSpPr>
        <p:spPr>
          <a:xfrm>
            <a:off x="9640070" y="3582850"/>
            <a:ext cx="12700" cy="1270"/>
          </a:xfrm>
          <a:custGeom>
            <a:avLst/>
            <a:gdLst/>
            <a:ahLst/>
            <a:cxnLst/>
            <a:rect l="l" t="t" r="r" b="b"/>
            <a:pathLst>
              <a:path w="12700" h="1270">
                <a:moveTo>
                  <a:pt x="0" y="1270"/>
                </a:moveTo>
                <a:lnTo>
                  <a:pt x="12192" y="1270"/>
                </a:lnTo>
                <a:lnTo>
                  <a:pt x="12192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6"/>
          <p:cNvSpPr/>
          <p:nvPr/>
        </p:nvSpPr>
        <p:spPr>
          <a:xfrm>
            <a:off x="9631657" y="3582850"/>
            <a:ext cx="20955" cy="1270"/>
          </a:xfrm>
          <a:custGeom>
            <a:avLst/>
            <a:gdLst/>
            <a:ahLst/>
            <a:cxnLst/>
            <a:rect l="l" t="t" r="r" b="b"/>
            <a:pathLst>
              <a:path w="20954" h="1270">
                <a:moveTo>
                  <a:pt x="0" y="1270"/>
                </a:moveTo>
                <a:lnTo>
                  <a:pt x="20604" y="1270"/>
                </a:lnTo>
                <a:lnTo>
                  <a:pt x="2060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87"/>
          <p:cNvSpPr/>
          <p:nvPr/>
        </p:nvSpPr>
        <p:spPr>
          <a:xfrm>
            <a:off x="9608182" y="3581580"/>
            <a:ext cx="11430" cy="1270"/>
          </a:xfrm>
          <a:custGeom>
            <a:avLst/>
            <a:gdLst/>
            <a:ahLst/>
            <a:cxnLst/>
            <a:rect l="l" t="t" r="r" b="b"/>
            <a:pathLst>
              <a:path w="11429" h="1270">
                <a:moveTo>
                  <a:pt x="0" y="1269"/>
                </a:moveTo>
                <a:lnTo>
                  <a:pt x="10840" y="1269"/>
                </a:lnTo>
                <a:lnTo>
                  <a:pt x="10840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88"/>
          <p:cNvSpPr/>
          <p:nvPr/>
        </p:nvSpPr>
        <p:spPr>
          <a:xfrm>
            <a:off x="9551419" y="2920989"/>
            <a:ext cx="67945" cy="661670"/>
          </a:xfrm>
          <a:custGeom>
            <a:avLst/>
            <a:gdLst/>
            <a:ahLst/>
            <a:cxnLst/>
            <a:rect l="l" t="t" r="r" b="b"/>
            <a:pathLst>
              <a:path w="67945" h="661670">
                <a:moveTo>
                  <a:pt x="67603" y="0"/>
                </a:moveTo>
                <a:lnTo>
                  <a:pt x="0" y="0"/>
                </a:lnTo>
                <a:lnTo>
                  <a:pt x="0" y="657247"/>
                </a:lnTo>
                <a:lnTo>
                  <a:pt x="8897" y="657904"/>
                </a:lnTo>
                <a:lnTo>
                  <a:pt x="33239" y="659965"/>
                </a:lnTo>
                <a:lnTo>
                  <a:pt x="42137" y="659965"/>
                </a:lnTo>
                <a:lnTo>
                  <a:pt x="49909" y="660716"/>
                </a:lnTo>
                <a:lnTo>
                  <a:pt x="58705" y="661371"/>
                </a:lnTo>
                <a:lnTo>
                  <a:pt x="67603" y="661371"/>
                </a:lnTo>
                <a:lnTo>
                  <a:pt x="67603" y="0"/>
                </a:lnTo>
                <a:close/>
              </a:path>
            </a:pathLst>
          </a:custGeom>
          <a:solidFill>
            <a:srgbClr val="FFE5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89"/>
          <p:cNvSpPr/>
          <p:nvPr/>
        </p:nvSpPr>
        <p:spPr>
          <a:xfrm>
            <a:off x="9518179" y="2920989"/>
            <a:ext cx="66675" cy="660400"/>
          </a:xfrm>
          <a:custGeom>
            <a:avLst/>
            <a:gdLst/>
            <a:ahLst/>
            <a:cxnLst/>
            <a:rect l="l" t="t" r="r" b="b"/>
            <a:pathLst>
              <a:path w="66675" h="660400">
                <a:moveTo>
                  <a:pt x="66479" y="0"/>
                </a:moveTo>
                <a:lnTo>
                  <a:pt x="0" y="0"/>
                </a:lnTo>
                <a:lnTo>
                  <a:pt x="0" y="654436"/>
                </a:lnTo>
                <a:lnTo>
                  <a:pt x="7772" y="655092"/>
                </a:lnTo>
                <a:lnTo>
                  <a:pt x="15546" y="655841"/>
                </a:lnTo>
                <a:lnTo>
                  <a:pt x="24443" y="656498"/>
                </a:lnTo>
                <a:lnTo>
                  <a:pt x="32114" y="657247"/>
                </a:lnTo>
                <a:lnTo>
                  <a:pt x="66479" y="659965"/>
                </a:lnTo>
                <a:lnTo>
                  <a:pt x="66479" y="0"/>
                </a:lnTo>
                <a:close/>
              </a:path>
            </a:pathLst>
          </a:custGeom>
          <a:solidFill>
            <a:srgbClr val="FFE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0"/>
          <p:cNvSpPr/>
          <p:nvPr/>
        </p:nvSpPr>
        <p:spPr>
          <a:xfrm>
            <a:off x="9484940" y="2920989"/>
            <a:ext cx="66675" cy="657860"/>
          </a:xfrm>
          <a:custGeom>
            <a:avLst/>
            <a:gdLst/>
            <a:ahLst/>
            <a:cxnLst/>
            <a:rect l="l" t="t" r="r" b="b"/>
            <a:pathLst>
              <a:path w="66675" h="657860">
                <a:moveTo>
                  <a:pt x="66479" y="0"/>
                </a:moveTo>
                <a:lnTo>
                  <a:pt x="0" y="0"/>
                </a:lnTo>
                <a:lnTo>
                  <a:pt x="0" y="650967"/>
                </a:lnTo>
                <a:lnTo>
                  <a:pt x="7773" y="651624"/>
                </a:lnTo>
                <a:lnTo>
                  <a:pt x="15546" y="653030"/>
                </a:lnTo>
                <a:lnTo>
                  <a:pt x="24443" y="653685"/>
                </a:lnTo>
                <a:lnTo>
                  <a:pt x="32114" y="654436"/>
                </a:lnTo>
                <a:lnTo>
                  <a:pt x="41012" y="655092"/>
                </a:lnTo>
                <a:lnTo>
                  <a:pt x="48785" y="655841"/>
                </a:lnTo>
                <a:lnTo>
                  <a:pt x="57683" y="656498"/>
                </a:lnTo>
                <a:lnTo>
                  <a:pt x="66479" y="657247"/>
                </a:lnTo>
                <a:lnTo>
                  <a:pt x="66479" y="0"/>
                </a:lnTo>
                <a:close/>
              </a:path>
            </a:pathLst>
          </a:custGeom>
          <a:solidFill>
            <a:srgbClr val="FFDD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1"/>
          <p:cNvSpPr/>
          <p:nvPr/>
        </p:nvSpPr>
        <p:spPr>
          <a:xfrm>
            <a:off x="9451700" y="2920989"/>
            <a:ext cx="66675" cy="654685"/>
          </a:xfrm>
          <a:custGeom>
            <a:avLst/>
            <a:gdLst/>
            <a:ahLst/>
            <a:cxnLst/>
            <a:rect l="l" t="t" r="r" b="b"/>
            <a:pathLst>
              <a:path w="66675" h="654685">
                <a:moveTo>
                  <a:pt x="66479" y="0"/>
                </a:moveTo>
                <a:lnTo>
                  <a:pt x="0" y="0"/>
                </a:lnTo>
                <a:lnTo>
                  <a:pt x="0" y="646750"/>
                </a:lnTo>
                <a:lnTo>
                  <a:pt x="7773" y="647499"/>
                </a:lnTo>
                <a:lnTo>
                  <a:pt x="15546" y="648905"/>
                </a:lnTo>
                <a:lnTo>
                  <a:pt x="23319" y="649561"/>
                </a:lnTo>
                <a:lnTo>
                  <a:pt x="32217" y="650967"/>
                </a:lnTo>
                <a:lnTo>
                  <a:pt x="41013" y="651624"/>
                </a:lnTo>
                <a:lnTo>
                  <a:pt x="48785" y="653030"/>
                </a:lnTo>
                <a:lnTo>
                  <a:pt x="57683" y="653685"/>
                </a:lnTo>
                <a:lnTo>
                  <a:pt x="66479" y="654436"/>
                </a:lnTo>
                <a:lnTo>
                  <a:pt x="66479" y="0"/>
                </a:lnTo>
                <a:close/>
              </a:path>
            </a:pathLst>
          </a:custGeom>
          <a:solidFill>
            <a:srgbClr val="FFD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2"/>
          <p:cNvSpPr/>
          <p:nvPr/>
        </p:nvSpPr>
        <p:spPr>
          <a:xfrm>
            <a:off x="9418462" y="2920989"/>
            <a:ext cx="66675" cy="651510"/>
          </a:xfrm>
          <a:custGeom>
            <a:avLst/>
            <a:gdLst/>
            <a:ahLst/>
            <a:cxnLst/>
            <a:rect l="l" t="t" r="r" b="b"/>
            <a:pathLst>
              <a:path w="66675" h="651510">
                <a:moveTo>
                  <a:pt x="66478" y="0"/>
                </a:moveTo>
                <a:lnTo>
                  <a:pt x="0" y="0"/>
                </a:lnTo>
                <a:lnTo>
                  <a:pt x="0" y="641875"/>
                </a:lnTo>
                <a:lnTo>
                  <a:pt x="15546" y="644687"/>
                </a:lnTo>
                <a:lnTo>
                  <a:pt x="23318" y="645438"/>
                </a:lnTo>
                <a:lnTo>
                  <a:pt x="32216" y="646750"/>
                </a:lnTo>
                <a:lnTo>
                  <a:pt x="39886" y="647499"/>
                </a:lnTo>
                <a:lnTo>
                  <a:pt x="48784" y="648905"/>
                </a:lnTo>
                <a:lnTo>
                  <a:pt x="57683" y="649561"/>
                </a:lnTo>
                <a:lnTo>
                  <a:pt x="66478" y="650967"/>
                </a:lnTo>
                <a:lnTo>
                  <a:pt x="66478" y="0"/>
                </a:lnTo>
                <a:close/>
              </a:path>
            </a:pathLst>
          </a:custGeom>
          <a:solidFill>
            <a:srgbClr val="FFD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3"/>
          <p:cNvSpPr/>
          <p:nvPr/>
        </p:nvSpPr>
        <p:spPr>
          <a:xfrm>
            <a:off x="9385323" y="2920989"/>
            <a:ext cx="66675" cy="647065"/>
          </a:xfrm>
          <a:custGeom>
            <a:avLst/>
            <a:gdLst/>
            <a:ahLst/>
            <a:cxnLst/>
            <a:rect l="l" t="t" r="r" b="b"/>
            <a:pathLst>
              <a:path w="66675" h="647064">
                <a:moveTo>
                  <a:pt x="66376" y="0"/>
                </a:moveTo>
                <a:lnTo>
                  <a:pt x="0" y="0"/>
                </a:lnTo>
                <a:lnTo>
                  <a:pt x="0" y="635689"/>
                </a:lnTo>
                <a:lnTo>
                  <a:pt x="7670" y="637095"/>
                </a:lnTo>
                <a:lnTo>
                  <a:pt x="14319" y="638407"/>
                </a:lnTo>
                <a:lnTo>
                  <a:pt x="22091" y="639813"/>
                </a:lnTo>
                <a:lnTo>
                  <a:pt x="30990" y="641219"/>
                </a:lnTo>
                <a:lnTo>
                  <a:pt x="38762" y="642626"/>
                </a:lnTo>
                <a:lnTo>
                  <a:pt x="47558" y="644032"/>
                </a:lnTo>
                <a:lnTo>
                  <a:pt x="66376" y="646750"/>
                </a:lnTo>
                <a:lnTo>
                  <a:pt x="66376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4"/>
          <p:cNvSpPr/>
          <p:nvPr/>
        </p:nvSpPr>
        <p:spPr>
          <a:xfrm>
            <a:off x="9350960" y="2920989"/>
            <a:ext cx="67945" cy="641985"/>
          </a:xfrm>
          <a:custGeom>
            <a:avLst/>
            <a:gdLst/>
            <a:ahLst/>
            <a:cxnLst/>
            <a:rect l="l" t="t" r="r" b="b"/>
            <a:pathLst>
              <a:path w="67945" h="641985">
                <a:moveTo>
                  <a:pt x="67501" y="0"/>
                </a:moveTo>
                <a:lnTo>
                  <a:pt x="0" y="0"/>
                </a:lnTo>
                <a:lnTo>
                  <a:pt x="0" y="627346"/>
                </a:lnTo>
                <a:lnTo>
                  <a:pt x="7772" y="629409"/>
                </a:lnTo>
                <a:lnTo>
                  <a:pt x="14420" y="631471"/>
                </a:lnTo>
                <a:lnTo>
                  <a:pt x="22091" y="633627"/>
                </a:lnTo>
                <a:lnTo>
                  <a:pt x="30989" y="634940"/>
                </a:lnTo>
                <a:lnTo>
                  <a:pt x="39886" y="637095"/>
                </a:lnTo>
                <a:lnTo>
                  <a:pt x="48682" y="638407"/>
                </a:lnTo>
                <a:lnTo>
                  <a:pt x="57580" y="640563"/>
                </a:lnTo>
                <a:lnTo>
                  <a:pt x="67501" y="641875"/>
                </a:lnTo>
                <a:lnTo>
                  <a:pt x="67501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5"/>
          <p:cNvSpPr/>
          <p:nvPr/>
        </p:nvSpPr>
        <p:spPr>
          <a:xfrm>
            <a:off x="9317720" y="2920989"/>
            <a:ext cx="67945" cy="636270"/>
          </a:xfrm>
          <a:custGeom>
            <a:avLst/>
            <a:gdLst/>
            <a:ahLst/>
            <a:cxnLst/>
            <a:rect l="l" t="t" r="r" b="b"/>
            <a:pathLst>
              <a:path w="67945" h="636269">
                <a:moveTo>
                  <a:pt x="67603" y="0"/>
                </a:moveTo>
                <a:lnTo>
                  <a:pt x="0" y="0"/>
                </a:lnTo>
                <a:lnTo>
                  <a:pt x="0" y="614131"/>
                </a:lnTo>
                <a:lnTo>
                  <a:pt x="45410" y="630815"/>
                </a:lnTo>
                <a:lnTo>
                  <a:pt x="67603" y="635689"/>
                </a:lnTo>
                <a:lnTo>
                  <a:pt x="67603" y="0"/>
                </a:lnTo>
                <a:close/>
              </a:path>
            </a:pathLst>
          </a:custGeom>
          <a:solidFill>
            <a:srgbClr val="FFC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6"/>
          <p:cNvSpPr/>
          <p:nvPr/>
        </p:nvSpPr>
        <p:spPr>
          <a:xfrm>
            <a:off x="9327130" y="2920989"/>
            <a:ext cx="0" cy="627380"/>
          </a:xfrm>
          <a:custGeom>
            <a:avLst/>
            <a:gdLst/>
            <a:ahLst/>
            <a:cxnLst/>
            <a:rect l="l" t="t" r="r" b="b"/>
            <a:pathLst>
              <a:path h="627380">
                <a:moveTo>
                  <a:pt x="0" y="0"/>
                </a:moveTo>
                <a:lnTo>
                  <a:pt x="0" y="627346"/>
                </a:lnTo>
              </a:path>
            </a:pathLst>
          </a:custGeom>
          <a:ln w="47660">
            <a:solidFill>
              <a:srgbClr val="FFCC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297"/>
          <p:cNvSpPr/>
          <p:nvPr/>
        </p:nvSpPr>
        <p:spPr>
          <a:xfrm>
            <a:off x="10232725" y="2920989"/>
            <a:ext cx="0" cy="622935"/>
          </a:xfrm>
          <a:custGeom>
            <a:avLst/>
            <a:gdLst/>
            <a:ahLst/>
            <a:cxnLst/>
            <a:rect l="l" t="t" r="r" b="b"/>
            <a:pathLst>
              <a:path h="622935">
                <a:moveTo>
                  <a:pt x="0" y="0"/>
                </a:moveTo>
                <a:lnTo>
                  <a:pt x="0" y="622473"/>
                </a:lnTo>
              </a:path>
            </a:pathLst>
          </a:custGeom>
          <a:ln w="33239">
            <a:solidFill>
              <a:srgbClr val="FFC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298"/>
          <p:cNvSpPr/>
          <p:nvPr/>
        </p:nvSpPr>
        <p:spPr>
          <a:xfrm>
            <a:off x="9303300" y="2852846"/>
            <a:ext cx="946150" cy="136525"/>
          </a:xfrm>
          <a:custGeom>
            <a:avLst/>
            <a:gdLst/>
            <a:ahLst/>
            <a:cxnLst/>
            <a:rect l="l" t="t" r="r" b="b"/>
            <a:pathLst>
              <a:path w="946150" h="136525">
                <a:moveTo>
                  <a:pt x="473022" y="0"/>
                </a:moveTo>
                <a:lnTo>
                  <a:pt x="377804" y="1405"/>
                </a:lnTo>
                <a:lnTo>
                  <a:pt x="332291" y="2813"/>
                </a:lnTo>
                <a:lnTo>
                  <a:pt x="246994" y="8342"/>
                </a:lnTo>
                <a:lnTo>
                  <a:pt x="171720" y="15279"/>
                </a:lnTo>
                <a:lnTo>
                  <a:pt x="107491" y="25026"/>
                </a:lnTo>
                <a:lnTo>
                  <a:pt x="57580" y="35431"/>
                </a:lnTo>
                <a:lnTo>
                  <a:pt x="21069" y="47990"/>
                </a:lnTo>
                <a:lnTo>
                  <a:pt x="0" y="68143"/>
                </a:lnTo>
                <a:lnTo>
                  <a:pt x="2250" y="75079"/>
                </a:lnTo>
                <a:lnTo>
                  <a:pt x="37637" y="94481"/>
                </a:lnTo>
                <a:lnTo>
                  <a:pt x="80900" y="106292"/>
                </a:lnTo>
                <a:lnTo>
                  <a:pt x="138480" y="116039"/>
                </a:lnTo>
                <a:lnTo>
                  <a:pt x="246994" y="127850"/>
                </a:lnTo>
                <a:lnTo>
                  <a:pt x="332291" y="133474"/>
                </a:lnTo>
                <a:lnTo>
                  <a:pt x="377804" y="134786"/>
                </a:lnTo>
                <a:lnTo>
                  <a:pt x="473022" y="136192"/>
                </a:lnTo>
                <a:lnTo>
                  <a:pt x="568342" y="134786"/>
                </a:lnTo>
                <a:lnTo>
                  <a:pt x="613754" y="133474"/>
                </a:lnTo>
                <a:lnTo>
                  <a:pt x="697925" y="127850"/>
                </a:lnTo>
                <a:lnTo>
                  <a:pt x="773200" y="120914"/>
                </a:lnTo>
                <a:lnTo>
                  <a:pt x="837531" y="111166"/>
                </a:lnTo>
                <a:lnTo>
                  <a:pt x="888465" y="100761"/>
                </a:lnTo>
                <a:lnTo>
                  <a:pt x="924976" y="88295"/>
                </a:lnTo>
                <a:lnTo>
                  <a:pt x="946045" y="68143"/>
                </a:lnTo>
                <a:lnTo>
                  <a:pt x="943795" y="61207"/>
                </a:lnTo>
                <a:lnTo>
                  <a:pt x="908408" y="41710"/>
                </a:lnTo>
                <a:lnTo>
                  <a:pt x="865145" y="29900"/>
                </a:lnTo>
                <a:lnTo>
                  <a:pt x="807565" y="20152"/>
                </a:lnTo>
                <a:lnTo>
                  <a:pt x="697925" y="8342"/>
                </a:lnTo>
                <a:lnTo>
                  <a:pt x="613754" y="2813"/>
                </a:lnTo>
                <a:lnTo>
                  <a:pt x="568342" y="1405"/>
                </a:lnTo>
                <a:lnTo>
                  <a:pt x="473022" y="0"/>
                </a:lnTo>
                <a:close/>
              </a:path>
            </a:pathLst>
          </a:custGeom>
          <a:solidFill>
            <a:srgbClr val="FF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299"/>
          <p:cNvSpPr/>
          <p:nvPr/>
        </p:nvSpPr>
        <p:spPr>
          <a:xfrm>
            <a:off x="9851699" y="2921181"/>
            <a:ext cx="33655" cy="662940"/>
          </a:xfrm>
          <a:custGeom>
            <a:avLst/>
            <a:gdLst/>
            <a:ahLst/>
            <a:cxnLst/>
            <a:rect l="l" t="t" r="r" b="b"/>
            <a:pathLst>
              <a:path w="33654" h="662939">
                <a:moveTo>
                  <a:pt x="0" y="662940"/>
                </a:moveTo>
                <a:lnTo>
                  <a:pt x="33136" y="662940"/>
                </a:lnTo>
                <a:lnTo>
                  <a:pt x="33136" y="0"/>
                </a:lnTo>
                <a:lnTo>
                  <a:pt x="0" y="0"/>
                </a:lnTo>
                <a:lnTo>
                  <a:pt x="0" y="6629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0"/>
          <p:cNvSpPr/>
          <p:nvPr/>
        </p:nvSpPr>
        <p:spPr>
          <a:xfrm>
            <a:off x="9884836" y="3582850"/>
            <a:ext cx="28575" cy="1270"/>
          </a:xfrm>
          <a:custGeom>
            <a:avLst/>
            <a:gdLst/>
            <a:ahLst/>
            <a:cxnLst/>
            <a:rect l="l" t="t" r="r" b="b"/>
            <a:pathLst>
              <a:path w="28575" h="1270">
                <a:moveTo>
                  <a:pt x="0" y="1270"/>
                </a:moveTo>
                <a:lnTo>
                  <a:pt x="28442" y="1270"/>
                </a:lnTo>
                <a:lnTo>
                  <a:pt x="28442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1"/>
          <p:cNvSpPr/>
          <p:nvPr/>
        </p:nvSpPr>
        <p:spPr>
          <a:xfrm>
            <a:off x="9884836" y="3581580"/>
            <a:ext cx="60960" cy="1270"/>
          </a:xfrm>
          <a:custGeom>
            <a:avLst/>
            <a:gdLst/>
            <a:ahLst/>
            <a:cxnLst/>
            <a:rect l="l" t="t" r="r" b="b"/>
            <a:pathLst>
              <a:path w="60959" h="1270">
                <a:moveTo>
                  <a:pt x="0" y="1269"/>
                </a:moveTo>
                <a:lnTo>
                  <a:pt x="60503" y="1269"/>
                </a:lnTo>
                <a:lnTo>
                  <a:pt x="60503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2"/>
          <p:cNvSpPr/>
          <p:nvPr/>
        </p:nvSpPr>
        <p:spPr>
          <a:xfrm>
            <a:off x="9884836" y="2921181"/>
            <a:ext cx="66675" cy="660400"/>
          </a:xfrm>
          <a:custGeom>
            <a:avLst/>
            <a:gdLst/>
            <a:ahLst/>
            <a:cxnLst/>
            <a:rect l="l" t="t" r="r" b="b"/>
            <a:pathLst>
              <a:path w="66675" h="660400">
                <a:moveTo>
                  <a:pt x="0" y="660400"/>
                </a:moveTo>
                <a:lnTo>
                  <a:pt x="66479" y="660400"/>
                </a:lnTo>
                <a:lnTo>
                  <a:pt x="66479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F9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3"/>
          <p:cNvSpPr/>
          <p:nvPr/>
        </p:nvSpPr>
        <p:spPr>
          <a:xfrm>
            <a:off x="9918076" y="2920989"/>
            <a:ext cx="66675" cy="662940"/>
          </a:xfrm>
          <a:custGeom>
            <a:avLst/>
            <a:gdLst/>
            <a:ahLst/>
            <a:cxnLst/>
            <a:rect l="l" t="t" r="r" b="b"/>
            <a:pathLst>
              <a:path w="66675" h="662939">
                <a:moveTo>
                  <a:pt x="66478" y="0"/>
                </a:moveTo>
                <a:lnTo>
                  <a:pt x="0" y="0"/>
                </a:lnTo>
                <a:lnTo>
                  <a:pt x="0" y="662777"/>
                </a:lnTo>
                <a:lnTo>
                  <a:pt x="16671" y="661371"/>
                </a:lnTo>
                <a:lnTo>
                  <a:pt x="25568" y="661371"/>
                </a:lnTo>
                <a:lnTo>
                  <a:pt x="49909" y="659310"/>
                </a:lnTo>
                <a:lnTo>
                  <a:pt x="58705" y="659310"/>
                </a:lnTo>
                <a:lnTo>
                  <a:pt x="66478" y="658559"/>
                </a:lnTo>
                <a:lnTo>
                  <a:pt x="66478" y="0"/>
                </a:lnTo>
                <a:close/>
              </a:path>
            </a:pathLst>
          </a:custGeom>
          <a:solidFill>
            <a:srgbClr val="FFF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4"/>
          <p:cNvSpPr/>
          <p:nvPr/>
        </p:nvSpPr>
        <p:spPr>
          <a:xfrm>
            <a:off x="9950292" y="2920989"/>
            <a:ext cx="67945" cy="661035"/>
          </a:xfrm>
          <a:custGeom>
            <a:avLst/>
            <a:gdLst/>
            <a:ahLst/>
            <a:cxnLst/>
            <a:rect l="l" t="t" r="r" b="b"/>
            <a:pathLst>
              <a:path w="67945" h="661035">
                <a:moveTo>
                  <a:pt x="67501" y="0"/>
                </a:moveTo>
                <a:lnTo>
                  <a:pt x="0" y="0"/>
                </a:lnTo>
                <a:lnTo>
                  <a:pt x="0" y="660716"/>
                </a:lnTo>
                <a:lnTo>
                  <a:pt x="8796" y="659965"/>
                </a:lnTo>
                <a:lnTo>
                  <a:pt x="17693" y="659310"/>
                </a:lnTo>
                <a:lnTo>
                  <a:pt x="26489" y="659310"/>
                </a:lnTo>
                <a:lnTo>
                  <a:pt x="34262" y="658559"/>
                </a:lnTo>
                <a:lnTo>
                  <a:pt x="43160" y="657904"/>
                </a:lnTo>
                <a:lnTo>
                  <a:pt x="67501" y="655841"/>
                </a:lnTo>
                <a:lnTo>
                  <a:pt x="67501" y="0"/>
                </a:lnTo>
                <a:close/>
              </a:path>
            </a:pathLst>
          </a:custGeom>
          <a:solidFill>
            <a:srgbClr val="FFEF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5"/>
          <p:cNvSpPr/>
          <p:nvPr/>
        </p:nvSpPr>
        <p:spPr>
          <a:xfrm>
            <a:off x="9983430" y="2920989"/>
            <a:ext cx="67945" cy="659130"/>
          </a:xfrm>
          <a:custGeom>
            <a:avLst/>
            <a:gdLst/>
            <a:ahLst/>
            <a:cxnLst/>
            <a:rect l="l" t="t" r="r" b="b"/>
            <a:pathLst>
              <a:path w="67945" h="659129">
                <a:moveTo>
                  <a:pt x="67603" y="0"/>
                </a:moveTo>
                <a:lnTo>
                  <a:pt x="0" y="0"/>
                </a:lnTo>
                <a:lnTo>
                  <a:pt x="0" y="658559"/>
                </a:lnTo>
                <a:lnTo>
                  <a:pt x="17795" y="657247"/>
                </a:lnTo>
                <a:lnTo>
                  <a:pt x="67603" y="653030"/>
                </a:lnTo>
                <a:lnTo>
                  <a:pt x="67603" y="0"/>
                </a:lnTo>
                <a:close/>
              </a:path>
            </a:pathLst>
          </a:custGeom>
          <a:solidFill>
            <a:srgbClr val="FFEA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6"/>
          <p:cNvSpPr/>
          <p:nvPr/>
        </p:nvSpPr>
        <p:spPr>
          <a:xfrm>
            <a:off x="10016668" y="2920989"/>
            <a:ext cx="66675" cy="655955"/>
          </a:xfrm>
          <a:custGeom>
            <a:avLst/>
            <a:gdLst/>
            <a:ahLst/>
            <a:cxnLst/>
            <a:rect l="l" t="t" r="r" b="b"/>
            <a:pathLst>
              <a:path w="66675" h="655954">
                <a:moveTo>
                  <a:pt x="66479" y="0"/>
                </a:moveTo>
                <a:lnTo>
                  <a:pt x="0" y="0"/>
                </a:lnTo>
                <a:lnTo>
                  <a:pt x="0" y="655841"/>
                </a:lnTo>
                <a:lnTo>
                  <a:pt x="8898" y="655092"/>
                </a:lnTo>
                <a:lnTo>
                  <a:pt x="17796" y="654436"/>
                </a:lnTo>
                <a:lnTo>
                  <a:pt x="26592" y="653685"/>
                </a:lnTo>
                <a:lnTo>
                  <a:pt x="35490" y="652373"/>
                </a:lnTo>
                <a:lnTo>
                  <a:pt x="43262" y="651624"/>
                </a:lnTo>
                <a:lnTo>
                  <a:pt x="51036" y="650967"/>
                </a:lnTo>
                <a:lnTo>
                  <a:pt x="58707" y="649561"/>
                </a:lnTo>
                <a:lnTo>
                  <a:pt x="66479" y="648905"/>
                </a:lnTo>
                <a:lnTo>
                  <a:pt x="66479" y="0"/>
                </a:lnTo>
                <a:close/>
              </a:path>
            </a:pathLst>
          </a:custGeom>
          <a:solidFill>
            <a:srgbClr val="FFE2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07"/>
          <p:cNvSpPr/>
          <p:nvPr/>
        </p:nvSpPr>
        <p:spPr>
          <a:xfrm>
            <a:off x="10049908" y="2920989"/>
            <a:ext cx="66675" cy="653415"/>
          </a:xfrm>
          <a:custGeom>
            <a:avLst/>
            <a:gdLst/>
            <a:ahLst/>
            <a:cxnLst/>
            <a:rect l="l" t="t" r="r" b="b"/>
            <a:pathLst>
              <a:path w="66675" h="653414">
                <a:moveTo>
                  <a:pt x="66479" y="0"/>
                </a:moveTo>
                <a:lnTo>
                  <a:pt x="0" y="0"/>
                </a:lnTo>
                <a:lnTo>
                  <a:pt x="0" y="653030"/>
                </a:lnTo>
                <a:lnTo>
                  <a:pt x="8897" y="651624"/>
                </a:lnTo>
                <a:lnTo>
                  <a:pt x="17796" y="650967"/>
                </a:lnTo>
                <a:lnTo>
                  <a:pt x="26591" y="649561"/>
                </a:lnTo>
                <a:lnTo>
                  <a:pt x="35490" y="648905"/>
                </a:lnTo>
                <a:lnTo>
                  <a:pt x="43262" y="647499"/>
                </a:lnTo>
                <a:lnTo>
                  <a:pt x="51034" y="646750"/>
                </a:lnTo>
                <a:lnTo>
                  <a:pt x="58705" y="645438"/>
                </a:lnTo>
                <a:lnTo>
                  <a:pt x="66479" y="644687"/>
                </a:lnTo>
                <a:lnTo>
                  <a:pt x="66479" y="0"/>
                </a:lnTo>
                <a:close/>
              </a:path>
            </a:pathLst>
          </a:custGeom>
          <a:solidFill>
            <a:srgbClr val="FFDD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08"/>
          <p:cNvSpPr/>
          <p:nvPr/>
        </p:nvSpPr>
        <p:spPr>
          <a:xfrm>
            <a:off x="10083148" y="2920989"/>
            <a:ext cx="66675" cy="648970"/>
          </a:xfrm>
          <a:custGeom>
            <a:avLst/>
            <a:gdLst/>
            <a:ahLst/>
            <a:cxnLst/>
            <a:rect l="l" t="t" r="r" b="b"/>
            <a:pathLst>
              <a:path w="66675" h="648970">
                <a:moveTo>
                  <a:pt x="66479" y="0"/>
                </a:moveTo>
                <a:lnTo>
                  <a:pt x="0" y="0"/>
                </a:lnTo>
                <a:lnTo>
                  <a:pt x="0" y="648905"/>
                </a:lnTo>
                <a:lnTo>
                  <a:pt x="8897" y="647499"/>
                </a:lnTo>
                <a:lnTo>
                  <a:pt x="17795" y="646750"/>
                </a:lnTo>
                <a:lnTo>
                  <a:pt x="35488" y="644032"/>
                </a:lnTo>
                <a:lnTo>
                  <a:pt x="43262" y="643281"/>
                </a:lnTo>
                <a:lnTo>
                  <a:pt x="66479" y="639157"/>
                </a:lnTo>
                <a:lnTo>
                  <a:pt x="66479" y="0"/>
                </a:lnTo>
                <a:close/>
              </a:path>
            </a:pathLst>
          </a:custGeom>
          <a:solidFill>
            <a:srgbClr val="FFD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09"/>
          <p:cNvSpPr/>
          <p:nvPr/>
        </p:nvSpPr>
        <p:spPr>
          <a:xfrm>
            <a:off x="10116388" y="2920989"/>
            <a:ext cx="66675" cy="645160"/>
          </a:xfrm>
          <a:custGeom>
            <a:avLst/>
            <a:gdLst/>
            <a:ahLst/>
            <a:cxnLst/>
            <a:rect l="l" t="t" r="r" b="b"/>
            <a:pathLst>
              <a:path w="66675" h="645160">
                <a:moveTo>
                  <a:pt x="66478" y="0"/>
                </a:moveTo>
                <a:lnTo>
                  <a:pt x="0" y="0"/>
                </a:lnTo>
                <a:lnTo>
                  <a:pt x="0" y="644687"/>
                </a:lnTo>
                <a:lnTo>
                  <a:pt x="8897" y="643281"/>
                </a:lnTo>
                <a:lnTo>
                  <a:pt x="27716" y="640563"/>
                </a:lnTo>
                <a:lnTo>
                  <a:pt x="35488" y="638407"/>
                </a:lnTo>
                <a:lnTo>
                  <a:pt x="44284" y="637095"/>
                </a:lnTo>
                <a:lnTo>
                  <a:pt x="52057" y="635689"/>
                </a:lnTo>
                <a:lnTo>
                  <a:pt x="58705" y="633627"/>
                </a:lnTo>
                <a:lnTo>
                  <a:pt x="66478" y="632221"/>
                </a:lnTo>
                <a:lnTo>
                  <a:pt x="66478" y="0"/>
                </a:lnTo>
                <a:close/>
              </a:path>
            </a:pathLst>
          </a:custGeom>
          <a:solidFill>
            <a:srgbClr val="FFD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0"/>
          <p:cNvSpPr/>
          <p:nvPr/>
        </p:nvSpPr>
        <p:spPr>
          <a:xfrm>
            <a:off x="10149628" y="2920989"/>
            <a:ext cx="66675" cy="639445"/>
          </a:xfrm>
          <a:custGeom>
            <a:avLst/>
            <a:gdLst/>
            <a:ahLst/>
            <a:cxnLst/>
            <a:rect l="l" t="t" r="r" b="b"/>
            <a:pathLst>
              <a:path w="66675" h="639445">
                <a:moveTo>
                  <a:pt x="66478" y="0"/>
                </a:moveTo>
                <a:lnTo>
                  <a:pt x="0" y="0"/>
                </a:lnTo>
                <a:lnTo>
                  <a:pt x="0" y="639157"/>
                </a:lnTo>
                <a:lnTo>
                  <a:pt x="10022" y="637095"/>
                </a:lnTo>
                <a:lnTo>
                  <a:pt x="19942" y="635689"/>
                </a:lnTo>
                <a:lnTo>
                  <a:pt x="28840" y="633627"/>
                </a:lnTo>
                <a:lnTo>
                  <a:pt x="37636" y="631471"/>
                </a:lnTo>
                <a:lnTo>
                  <a:pt x="53182" y="627346"/>
                </a:lnTo>
                <a:lnTo>
                  <a:pt x="59830" y="624535"/>
                </a:lnTo>
                <a:lnTo>
                  <a:pt x="66478" y="622473"/>
                </a:lnTo>
                <a:lnTo>
                  <a:pt x="66478" y="0"/>
                </a:lnTo>
                <a:close/>
              </a:path>
            </a:pathLst>
          </a:custGeom>
          <a:solidFill>
            <a:srgbClr val="FFCE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1"/>
          <p:cNvSpPr/>
          <p:nvPr/>
        </p:nvSpPr>
        <p:spPr>
          <a:xfrm>
            <a:off x="10182866" y="2920989"/>
            <a:ext cx="66675" cy="632460"/>
          </a:xfrm>
          <a:custGeom>
            <a:avLst/>
            <a:gdLst/>
            <a:ahLst/>
            <a:cxnLst/>
            <a:rect l="l" t="t" r="r" b="b"/>
            <a:pathLst>
              <a:path w="66675" h="632460">
                <a:moveTo>
                  <a:pt x="66479" y="0"/>
                </a:moveTo>
                <a:lnTo>
                  <a:pt x="0" y="0"/>
                </a:lnTo>
                <a:lnTo>
                  <a:pt x="0" y="632221"/>
                </a:lnTo>
                <a:lnTo>
                  <a:pt x="39888" y="619660"/>
                </a:lnTo>
                <a:lnTo>
                  <a:pt x="66479" y="597447"/>
                </a:lnTo>
                <a:lnTo>
                  <a:pt x="66479" y="0"/>
                </a:lnTo>
                <a:close/>
              </a:path>
            </a:pathLst>
          </a:custGeom>
          <a:solidFill>
            <a:srgbClr val="FFC9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2"/>
          <p:cNvSpPr/>
          <p:nvPr/>
        </p:nvSpPr>
        <p:spPr>
          <a:xfrm>
            <a:off x="9818460" y="2921181"/>
            <a:ext cx="33655" cy="664210"/>
          </a:xfrm>
          <a:custGeom>
            <a:avLst/>
            <a:gdLst/>
            <a:ahLst/>
            <a:cxnLst/>
            <a:rect l="l" t="t" r="r" b="b"/>
            <a:pathLst>
              <a:path w="33654" h="664210">
                <a:moveTo>
                  <a:pt x="0" y="664210"/>
                </a:moveTo>
                <a:lnTo>
                  <a:pt x="33239" y="664210"/>
                </a:lnTo>
                <a:lnTo>
                  <a:pt x="33239" y="0"/>
                </a:lnTo>
                <a:lnTo>
                  <a:pt x="0" y="0"/>
                </a:lnTo>
                <a:lnTo>
                  <a:pt x="0" y="6642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3"/>
          <p:cNvSpPr/>
          <p:nvPr/>
        </p:nvSpPr>
        <p:spPr>
          <a:xfrm>
            <a:off x="9785220" y="2920989"/>
            <a:ext cx="33655" cy="666115"/>
          </a:xfrm>
          <a:custGeom>
            <a:avLst/>
            <a:gdLst/>
            <a:ahLst/>
            <a:cxnLst/>
            <a:rect l="l" t="t" r="r" b="b"/>
            <a:pathLst>
              <a:path w="33654" h="666114">
                <a:moveTo>
                  <a:pt x="0" y="665496"/>
                </a:moveTo>
                <a:lnTo>
                  <a:pt x="33239" y="665496"/>
                </a:lnTo>
                <a:lnTo>
                  <a:pt x="33239" y="0"/>
                </a:lnTo>
                <a:lnTo>
                  <a:pt x="0" y="0"/>
                </a:lnTo>
                <a:lnTo>
                  <a:pt x="0" y="665496"/>
                </a:lnTo>
                <a:close/>
              </a:path>
            </a:pathLst>
          </a:custGeom>
          <a:solidFill>
            <a:srgbClr val="FFF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4"/>
          <p:cNvSpPr/>
          <p:nvPr/>
        </p:nvSpPr>
        <p:spPr>
          <a:xfrm>
            <a:off x="9727719" y="3585391"/>
            <a:ext cx="57785" cy="1270"/>
          </a:xfrm>
          <a:custGeom>
            <a:avLst/>
            <a:gdLst/>
            <a:ahLst/>
            <a:cxnLst/>
            <a:rect l="l" t="t" r="r" b="b"/>
            <a:pathLst>
              <a:path w="57784" h="1270">
                <a:moveTo>
                  <a:pt x="0" y="1270"/>
                </a:moveTo>
                <a:lnTo>
                  <a:pt x="57500" y="1270"/>
                </a:lnTo>
                <a:lnTo>
                  <a:pt x="57500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5"/>
          <p:cNvSpPr/>
          <p:nvPr/>
        </p:nvSpPr>
        <p:spPr>
          <a:xfrm>
            <a:off x="9751980" y="2921181"/>
            <a:ext cx="33655" cy="664210"/>
          </a:xfrm>
          <a:custGeom>
            <a:avLst/>
            <a:gdLst/>
            <a:ahLst/>
            <a:cxnLst/>
            <a:rect l="l" t="t" r="r" b="b"/>
            <a:pathLst>
              <a:path w="33654" h="664210">
                <a:moveTo>
                  <a:pt x="0" y="664210"/>
                </a:moveTo>
                <a:lnTo>
                  <a:pt x="33239" y="664210"/>
                </a:lnTo>
                <a:lnTo>
                  <a:pt x="33239" y="0"/>
                </a:lnTo>
                <a:lnTo>
                  <a:pt x="0" y="0"/>
                </a:lnTo>
                <a:lnTo>
                  <a:pt x="0" y="664210"/>
                </a:lnTo>
                <a:close/>
              </a:path>
            </a:pathLst>
          </a:custGeom>
          <a:solidFill>
            <a:srgbClr val="FFF4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6"/>
          <p:cNvSpPr/>
          <p:nvPr/>
        </p:nvSpPr>
        <p:spPr>
          <a:xfrm>
            <a:off x="9721379" y="3585391"/>
            <a:ext cx="31115" cy="1270"/>
          </a:xfrm>
          <a:custGeom>
            <a:avLst/>
            <a:gdLst/>
            <a:ahLst/>
            <a:cxnLst/>
            <a:rect l="l" t="t" r="r" b="b"/>
            <a:pathLst>
              <a:path w="31115" h="1270">
                <a:moveTo>
                  <a:pt x="0" y="1270"/>
                </a:moveTo>
                <a:lnTo>
                  <a:pt x="30601" y="1270"/>
                </a:lnTo>
                <a:lnTo>
                  <a:pt x="30601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17"/>
          <p:cNvSpPr/>
          <p:nvPr/>
        </p:nvSpPr>
        <p:spPr>
          <a:xfrm>
            <a:off x="9718742" y="2921181"/>
            <a:ext cx="33655" cy="664210"/>
          </a:xfrm>
          <a:custGeom>
            <a:avLst/>
            <a:gdLst/>
            <a:ahLst/>
            <a:cxnLst/>
            <a:rect l="l" t="t" r="r" b="b"/>
            <a:pathLst>
              <a:path w="33654" h="664210">
                <a:moveTo>
                  <a:pt x="0" y="664210"/>
                </a:moveTo>
                <a:lnTo>
                  <a:pt x="33238" y="664210"/>
                </a:lnTo>
                <a:lnTo>
                  <a:pt x="33238" y="0"/>
                </a:lnTo>
                <a:lnTo>
                  <a:pt x="0" y="0"/>
                </a:lnTo>
                <a:lnTo>
                  <a:pt x="0" y="664210"/>
                </a:lnTo>
                <a:close/>
              </a:path>
            </a:pathLst>
          </a:custGeom>
          <a:solidFill>
            <a:srgbClr val="FFE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18"/>
          <p:cNvSpPr/>
          <p:nvPr/>
        </p:nvSpPr>
        <p:spPr>
          <a:xfrm>
            <a:off x="9663481" y="3584121"/>
            <a:ext cx="55880" cy="1270"/>
          </a:xfrm>
          <a:custGeom>
            <a:avLst/>
            <a:gdLst/>
            <a:ahLst/>
            <a:cxnLst/>
            <a:rect l="l" t="t" r="r" b="b"/>
            <a:pathLst>
              <a:path w="55879" h="1270">
                <a:moveTo>
                  <a:pt x="0" y="1269"/>
                </a:moveTo>
                <a:lnTo>
                  <a:pt x="55260" y="1269"/>
                </a:lnTo>
                <a:lnTo>
                  <a:pt x="55260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19"/>
          <p:cNvSpPr/>
          <p:nvPr/>
        </p:nvSpPr>
        <p:spPr>
          <a:xfrm>
            <a:off x="9685502" y="2921181"/>
            <a:ext cx="33655" cy="662940"/>
          </a:xfrm>
          <a:custGeom>
            <a:avLst/>
            <a:gdLst/>
            <a:ahLst/>
            <a:cxnLst/>
            <a:rect l="l" t="t" r="r" b="b"/>
            <a:pathLst>
              <a:path w="33654" h="662939">
                <a:moveTo>
                  <a:pt x="0" y="662940"/>
                </a:moveTo>
                <a:lnTo>
                  <a:pt x="33239" y="662940"/>
                </a:lnTo>
                <a:lnTo>
                  <a:pt x="33239" y="0"/>
                </a:lnTo>
                <a:lnTo>
                  <a:pt x="0" y="0"/>
                </a:lnTo>
                <a:lnTo>
                  <a:pt x="0" y="662940"/>
                </a:lnTo>
                <a:close/>
              </a:path>
            </a:pathLst>
          </a:custGeom>
          <a:solidFill>
            <a:srgbClr val="FFE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0"/>
          <p:cNvSpPr/>
          <p:nvPr/>
        </p:nvSpPr>
        <p:spPr>
          <a:xfrm>
            <a:off x="9671708" y="3584121"/>
            <a:ext cx="13970" cy="1270"/>
          </a:xfrm>
          <a:custGeom>
            <a:avLst/>
            <a:gdLst/>
            <a:ahLst/>
            <a:cxnLst/>
            <a:rect l="l" t="t" r="r" b="b"/>
            <a:pathLst>
              <a:path w="13970" h="1270">
                <a:moveTo>
                  <a:pt x="0" y="1269"/>
                </a:moveTo>
                <a:lnTo>
                  <a:pt x="13794" y="1269"/>
                </a:lnTo>
                <a:lnTo>
                  <a:pt x="13794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1"/>
          <p:cNvSpPr/>
          <p:nvPr/>
        </p:nvSpPr>
        <p:spPr>
          <a:xfrm>
            <a:off x="9640070" y="3582850"/>
            <a:ext cx="45720" cy="1270"/>
          </a:xfrm>
          <a:custGeom>
            <a:avLst/>
            <a:gdLst/>
            <a:ahLst/>
            <a:cxnLst/>
            <a:rect l="l" t="t" r="r" b="b"/>
            <a:pathLst>
              <a:path w="45720" h="1270">
                <a:moveTo>
                  <a:pt x="0" y="1270"/>
                </a:moveTo>
                <a:lnTo>
                  <a:pt x="45432" y="1270"/>
                </a:lnTo>
                <a:lnTo>
                  <a:pt x="45432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2"/>
          <p:cNvSpPr/>
          <p:nvPr/>
        </p:nvSpPr>
        <p:spPr>
          <a:xfrm>
            <a:off x="9652262" y="2921181"/>
            <a:ext cx="33655" cy="661670"/>
          </a:xfrm>
          <a:custGeom>
            <a:avLst/>
            <a:gdLst/>
            <a:ahLst/>
            <a:cxnLst/>
            <a:rect l="l" t="t" r="r" b="b"/>
            <a:pathLst>
              <a:path w="33654" h="661670">
                <a:moveTo>
                  <a:pt x="0" y="661670"/>
                </a:moveTo>
                <a:lnTo>
                  <a:pt x="33239" y="661670"/>
                </a:lnTo>
                <a:lnTo>
                  <a:pt x="33239" y="0"/>
                </a:lnTo>
                <a:lnTo>
                  <a:pt x="0" y="0"/>
                </a:lnTo>
                <a:lnTo>
                  <a:pt x="0" y="6616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3"/>
          <p:cNvSpPr/>
          <p:nvPr/>
        </p:nvSpPr>
        <p:spPr>
          <a:xfrm>
            <a:off x="9631657" y="3582850"/>
            <a:ext cx="20955" cy="1270"/>
          </a:xfrm>
          <a:custGeom>
            <a:avLst/>
            <a:gdLst/>
            <a:ahLst/>
            <a:cxnLst/>
            <a:rect l="l" t="t" r="r" b="b"/>
            <a:pathLst>
              <a:path w="20954" h="1270">
                <a:moveTo>
                  <a:pt x="0" y="1270"/>
                </a:moveTo>
                <a:lnTo>
                  <a:pt x="20604" y="1270"/>
                </a:lnTo>
                <a:lnTo>
                  <a:pt x="2060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4"/>
          <p:cNvSpPr/>
          <p:nvPr/>
        </p:nvSpPr>
        <p:spPr>
          <a:xfrm>
            <a:off x="9608182" y="3581580"/>
            <a:ext cx="44450" cy="1270"/>
          </a:xfrm>
          <a:custGeom>
            <a:avLst/>
            <a:gdLst/>
            <a:ahLst/>
            <a:cxnLst/>
            <a:rect l="l" t="t" r="r" b="b"/>
            <a:pathLst>
              <a:path w="44450" h="1270">
                <a:moveTo>
                  <a:pt x="0" y="1269"/>
                </a:moveTo>
                <a:lnTo>
                  <a:pt x="44080" y="1269"/>
                </a:lnTo>
                <a:lnTo>
                  <a:pt x="44080" y="0"/>
                </a:lnTo>
                <a:lnTo>
                  <a:pt x="0" y="0"/>
                </a:lnTo>
                <a:lnTo>
                  <a:pt x="0" y="1269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5"/>
          <p:cNvSpPr/>
          <p:nvPr/>
        </p:nvSpPr>
        <p:spPr>
          <a:xfrm>
            <a:off x="9584659" y="2921181"/>
            <a:ext cx="67945" cy="660400"/>
          </a:xfrm>
          <a:custGeom>
            <a:avLst/>
            <a:gdLst/>
            <a:ahLst/>
            <a:cxnLst/>
            <a:rect l="l" t="t" r="r" b="b"/>
            <a:pathLst>
              <a:path w="67945" h="660400">
                <a:moveTo>
                  <a:pt x="0" y="660400"/>
                </a:moveTo>
                <a:lnTo>
                  <a:pt x="67603" y="660400"/>
                </a:lnTo>
                <a:lnTo>
                  <a:pt x="67603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E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6"/>
          <p:cNvSpPr/>
          <p:nvPr/>
        </p:nvSpPr>
        <p:spPr>
          <a:xfrm>
            <a:off x="9551419" y="2920989"/>
            <a:ext cx="67945" cy="661670"/>
          </a:xfrm>
          <a:custGeom>
            <a:avLst/>
            <a:gdLst/>
            <a:ahLst/>
            <a:cxnLst/>
            <a:rect l="l" t="t" r="r" b="b"/>
            <a:pathLst>
              <a:path w="67945" h="661670">
                <a:moveTo>
                  <a:pt x="67603" y="0"/>
                </a:moveTo>
                <a:lnTo>
                  <a:pt x="0" y="0"/>
                </a:lnTo>
                <a:lnTo>
                  <a:pt x="0" y="657247"/>
                </a:lnTo>
                <a:lnTo>
                  <a:pt x="8897" y="657904"/>
                </a:lnTo>
                <a:lnTo>
                  <a:pt x="33239" y="659965"/>
                </a:lnTo>
                <a:lnTo>
                  <a:pt x="42137" y="659965"/>
                </a:lnTo>
                <a:lnTo>
                  <a:pt x="49909" y="660716"/>
                </a:lnTo>
                <a:lnTo>
                  <a:pt x="58705" y="661371"/>
                </a:lnTo>
                <a:lnTo>
                  <a:pt x="67603" y="661371"/>
                </a:lnTo>
                <a:lnTo>
                  <a:pt x="67603" y="0"/>
                </a:lnTo>
                <a:close/>
              </a:path>
            </a:pathLst>
          </a:custGeom>
          <a:solidFill>
            <a:srgbClr val="FFE5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27"/>
          <p:cNvSpPr/>
          <p:nvPr/>
        </p:nvSpPr>
        <p:spPr>
          <a:xfrm>
            <a:off x="9518179" y="2920989"/>
            <a:ext cx="66675" cy="660400"/>
          </a:xfrm>
          <a:custGeom>
            <a:avLst/>
            <a:gdLst/>
            <a:ahLst/>
            <a:cxnLst/>
            <a:rect l="l" t="t" r="r" b="b"/>
            <a:pathLst>
              <a:path w="66675" h="660400">
                <a:moveTo>
                  <a:pt x="66479" y="0"/>
                </a:moveTo>
                <a:lnTo>
                  <a:pt x="0" y="0"/>
                </a:lnTo>
                <a:lnTo>
                  <a:pt x="0" y="654436"/>
                </a:lnTo>
                <a:lnTo>
                  <a:pt x="7772" y="655092"/>
                </a:lnTo>
                <a:lnTo>
                  <a:pt x="15546" y="655841"/>
                </a:lnTo>
                <a:lnTo>
                  <a:pt x="24443" y="656498"/>
                </a:lnTo>
                <a:lnTo>
                  <a:pt x="32114" y="657247"/>
                </a:lnTo>
                <a:lnTo>
                  <a:pt x="66479" y="659965"/>
                </a:lnTo>
                <a:lnTo>
                  <a:pt x="66479" y="0"/>
                </a:lnTo>
                <a:close/>
              </a:path>
            </a:pathLst>
          </a:custGeom>
          <a:solidFill>
            <a:srgbClr val="FFE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28"/>
          <p:cNvSpPr/>
          <p:nvPr/>
        </p:nvSpPr>
        <p:spPr>
          <a:xfrm>
            <a:off x="9484940" y="2920989"/>
            <a:ext cx="66675" cy="657860"/>
          </a:xfrm>
          <a:custGeom>
            <a:avLst/>
            <a:gdLst/>
            <a:ahLst/>
            <a:cxnLst/>
            <a:rect l="l" t="t" r="r" b="b"/>
            <a:pathLst>
              <a:path w="66675" h="657860">
                <a:moveTo>
                  <a:pt x="66479" y="0"/>
                </a:moveTo>
                <a:lnTo>
                  <a:pt x="0" y="0"/>
                </a:lnTo>
                <a:lnTo>
                  <a:pt x="0" y="650967"/>
                </a:lnTo>
                <a:lnTo>
                  <a:pt x="7773" y="651624"/>
                </a:lnTo>
                <a:lnTo>
                  <a:pt x="15546" y="653030"/>
                </a:lnTo>
                <a:lnTo>
                  <a:pt x="24443" y="653685"/>
                </a:lnTo>
                <a:lnTo>
                  <a:pt x="32114" y="654436"/>
                </a:lnTo>
                <a:lnTo>
                  <a:pt x="41012" y="655092"/>
                </a:lnTo>
                <a:lnTo>
                  <a:pt x="48785" y="655841"/>
                </a:lnTo>
                <a:lnTo>
                  <a:pt x="57683" y="656498"/>
                </a:lnTo>
                <a:lnTo>
                  <a:pt x="66479" y="657247"/>
                </a:lnTo>
                <a:lnTo>
                  <a:pt x="66479" y="0"/>
                </a:lnTo>
                <a:close/>
              </a:path>
            </a:pathLst>
          </a:custGeom>
          <a:solidFill>
            <a:srgbClr val="FFDD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29"/>
          <p:cNvSpPr/>
          <p:nvPr/>
        </p:nvSpPr>
        <p:spPr>
          <a:xfrm>
            <a:off x="9451700" y="2920989"/>
            <a:ext cx="66675" cy="654685"/>
          </a:xfrm>
          <a:custGeom>
            <a:avLst/>
            <a:gdLst/>
            <a:ahLst/>
            <a:cxnLst/>
            <a:rect l="l" t="t" r="r" b="b"/>
            <a:pathLst>
              <a:path w="66675" h="654685">
                <a:moveTo>
                  <a:pt x="66479" y="0"/>
                </a:moveTo>
                <a:lnTo>
                  <a:pt x="0" y="0"/>
                </a:lnTo>
                <a:lnTo>
                  <a:pt x="0" y="646750"/>
                </a:lnTo>
                <a:lnTo>
                  <a:pt x="7773" y="647499"/>
                </a:lnTo>
                <a:lnTo>
                  <a:pt x="15546" y="648905"/>
                </a:lnTo>
                <a:lnTo>
                  <a:pt x="23319" y="649561"/>
                </a:lnTo>
                <a:lnTo>
                  <a:pt x="32217" y="650967"/>
                </a:lnTo>
                <a:lnTo>
                  <a:pt x="41013" y="651624"/>
                </a:lnTo>
                <a:lnTo>
                  <a:pt x="48785" y="653030"/>
                </a:lnTo>
                <a:lnTo>
                  <a:pt x="57683" y="653685"/>
                </a:lnTo>
                <a:lnTo>
                  <a:pt x="66479" y="654436"/>
                </a:lnTo>
                <a:lnTo>
                  <a:pt x="66479" y="0"/>
                </a:lnTo>
                <a:close/>
              </a:path>
            </a:pathLst>
          </a:custGeom>
          <a:solidFill>
            <a:srgbClr val="FFD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0"/>
          <p:cNvSpPr/>
          <p:nvPr/>
        </p:nvSpPr>
        <p:spPr>
          <a:xfrm>
            <a:off x="9418462" y="2920989"/>
            <a:ext cx="66675" cy="651510"/>
          </a:xfrm>
          <a:custGeom>
            <a:avLst/>
            <a:gdLst/>
            <a:ahLst/>
            <a:cxnLst/>
            <a:rect l="l" t="t" r="r" b="b"/>
            <a:pathLst>
              <a:path w="66675" h="651510">
                <a:moveTo>
                  <a:pt x="66478" y="0"/>
                </a:moveTo>
                <a:lnTo>
                  <a:pt x="0" y="0"/>
                </a:lnTo>
                <a:lnTo>
                  <a:pt x="0" y="641875"/>
                </a:lnTo>
                <a:lnTo>
                  <a:pt x="15546" y="644687"/>
                </a:lnTo>
                <a:lnTo>
                  <a:pt x="23318" y="645438"/>
                </a:lnTo>
                <a:lnTo>
                  <a:pt x="32216" y="646750"/>
                </a:lnTo>
                <a:lnTo>
                  <a:pt x="39886" y="647499"/>
                </a:lnTo>
                <a:lnTo>
                  <a:pt x="48784" y="648905"/>
                </a:lnTo>
                <a:lnTo>
                  <a:pt x="57683" y="649561"/>
                </a:lnTo>
                <a:lnTo>
                  <a:pt x="66478" y="650967"/>
                </a:lnTo>
                <a:lnTo>
                  <a:pt x="66478" y="0"/>
                </a:lnTo>
                <a:close/>
              </a:path>
            </a:pathLst>
          </a:custGeom>
          <a:solidFill>
            <a:srgbClr val="FFD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1"/>
          <p:cNvSpPr/>
          <p:nvPr/>
        </p:nvSpPr>
        <p:spPr>
          <a:xfrm>
            <a:off x="9385323" y="2920989"/>
            <a:ext cx="66675" cy="647065"/>
          </a:xfrm>
          <a:custGeom>
            <a:avLst/>
            <a:gdLst/>
            <a:ahLst/>
            <a:cxnLst/>
            <a:rect l="l" t="t" r="r" b="b"/>
            <a:pathLst>
              <a:path w="66675" h="647064">
                <a:moveTo>
                  <a:pt x="66376" y="0"/>
                </a:moveTo>
                <a:lnTo>
                  <a:pt x="0" y="0"/>
                </a:lnTo>
                <a:lnTo>
                  <a:pt x="0" y="635689"/>
                </a:lnTo>
                <a:lnTo>
                  <a:pt x="7670" y="637095"/>
                </a:lnTo>
                <a:lnTo>
                  <a:pt x="14319" y="638407"/>
                </a:lnTo>
                <a:lnTo>
                  <a:pt x="22091" y="639813"/>
                </a:lnTo>
                <a:lnTo>
                  <a:pt x="30990" y="641219"/>
                </a:lnTo>
                <a:lnTo>
                  <a:pt x="38762" y="642626"/>
                </a:lnTo>
                <a:lnTo>
                  <a:pt x="47558" y="644032"/>
                </a:lnTo>
                <a:lnTo>
                  <a:pt x="66376" y="646750"/>
                </a:lnTo>
                <a:lnTo>
                  <a:pt x="66376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2"/>
          <p:cNvSpPr/>
          <p:nvPr/>
        </p:nvSpPr>
        <p:spPr>
          <a:xfrm>
            <a:off x="9350960" y="2920989"/>
            <a:ext cx="67945" cy="641985"/>
          </a:xfrm>
          <a:custGeom>
            <a:avLst/>
            <a:gdLst/>
            <a:ahLst/>
            <a:cxnLst/>
            <a:rect l="l" t="t" r="r" b="b"/>
            <a:pathLst>
              <a:path w="67945" h="641985">
                <a:moveTo>
                  <a:pt x="67501" y="0"/>
                </a:moveTo>
                <a:lnTo>
                  <a:pt x="0" y="0"/>
                </a:lnTo>
                <a:lnTo>
                  <a:pt x="0" y="627346"/>
                </a:lnTo>
                <a:lnTo>
                  <a:pt x="7772" y="629409"/>
                </a:lnTo>
                <a:lnTo>
                  <a:pt x="14420" y="631471"/>
                </a:lnTo>
                <a:lnTo>
                  <a:pt x="22091" y="633627"/>
                </a:lnTo>
                <a:lnTo>
                  <a:pt x="30989" y="634940"/>
                </a:lnTo>
                <a:lnTo>
                  <a:pt x="39886" y="637095"/>
                </a:lnTo>
                <a:lnTo>
                  <a:pt x="48682" y="638407"/>
                </a:lnTo>
                <a:lnTo>
                  <a:pt x="57580" y="640563"/>
                </a:lnTo>
                <a:lnTo>
                  <a:pt x="67501" y="641875"/>
                </a:lnTo>
                <a:lnTo>
                  <a:pt x="67501" y="0"/>
                </a:lnTo>
                <a:close/>
              </a:path>
            </a:pathLst>
          </a:custGeom>
          <a:solidFill>
            <a:srgbClr val="FFD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3"/>
          <p:cNvSpPr/>
          <p:nvPr/>
        </p:nvSpPr>
        <p:spPr>
          <a:xfrm>
            <a:off x="9317720" y="2920989"/>
            <a:ext cx="67945" cy="636270"/>
          </a:xfrm>
          <a:custGeom>
            <a:avLst/>
            <a:gdLst/>
            <a:ahLst/>
            <a:cxnLst/>
            <a:rect l="l" t="t" r="r" b="b"/>
            <a:pathLst>
              <a:path w="67945" h="636269">
                <a:moveTo>
                  <a:pt x="67603" y="0"/>
                </a:moveTo>
                <a:lnTo>
                  <a:pt x="0" y="0"/>
                </a:lnTo>
                <a:lnTo>
                  <a:pt x="0" y="614131"/>
                </a:lnTo>
                <a:lnTo>
                  <a:pt x="45410" y="630815"/>
                </a:lnTo>
                <a:lnTo>
                  <a:pt x="67603" y="635689"/>
                </a:lnTo>
                <a:lnTo>
                  <a:pt x="67603" y="0"/>
                </a:lnTo>
                <a:close/>
              </a:path>
            </a:pathLst>
          </a:custGeom>
          <a:solidFill>
            <a:srgbClr val="FFC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4"/>
          <p:cNvSpPr/>
          <p:nvPr/>
        </p:nvSpPr>
        <p:spPr>
          <a:xfrm>
            <a:off x="9327130" y="2920989"/>
            <a:ext cx="0" cy="627380"/>
          </a:xfrm>
          <a:custGeom>
            <a:avLst/>
            <a:gdLst/>
            <a:ahLst/>
            <a:cxnLst/>
            <a:rect l="l" t="t" r="r" b="b"/>
            <a:pathLst>
              <a:path h="627380">
                <a:moveTo>
                  <a:pt x="0" y="0"/>
                </a:moveTo>
                <a:lnTo>
                  <a:pt x="0" y="627346"/>
                </a:lnTo>
              </a:path>
            </a:pathLst>
          </a:custGeom>
          <a:ln w="47660">
            <a:solidFill>
              <a:srgbClr val="FFCC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5"/>
          <p:cNvSpPr/>
          <p:nvPr/>
        </p:nvSpPr>
        <p:spPr>
          <a:xfrm>
            <a:off x="10232725" y="2920989"/>
            <a:ext cx="0" cy="622935"/>
          </a:xfrm>
          <a:custGeom>
            <a:avLst/>
            <a:gdLst/>
            <a:ahLst/>
            <a:cxnLst/>
            <a:rect l="l" t="t" r="r" b="b"/>
            <a:pathLst>
              <a:path h="622935">
                <a:moveTo>
                  <a:pt x="0" y="0"/>
                </a:moveTo>
                <a:lnTo>
                  <a:pt x="0" y="622473"/>
                </a:lnTo>
              </a:path>
            </a:pathLst>
          </a:custGeom>
          <a:ln w="33239">
            <a:solidFill>
              <a:srgbClr val="FFC4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6"/>
          <p:cNvSpPr/>
          <p:nvPr/>
        </p:nvSpPr>
        <p:spPr>
          <a:xfrm>
            <a:off x="9303300" y="2852846"/>
            <a:ext cx="946150" cy="136525"/>
          </a:xfrm>
          <a:custGeom>
            <a:avLst/>
            <a:gdLst/>
            <a:ahLst/>
            <a:cxnLst/>
            <a:rect l="l" t="t" r="r" b="b"/>
            <a:pathLst>
              <a:path w="946150" h="136525">
                <a:moveTo>
                  <a:pt x="473022" y="0"/>
                </a:moveTo>
                <a:lnTo>
                  <a:pt x="377804" y="1405"/>
                </a:lnTo>
                <a:lnTo>
                  <a:pt x="332291" y="2813"/>
                </a:lnTo>
                <a:lnTo>
                  <a:pt x="246994" y="8342"/>
                </a:lnTo>
                <a:lnTo>
                  <a:pt x="171720" y="15279"/>
                </a:lnTo>
                <a:lnTo>
                  <a:pt x="107491" y="25026"/>
                </a:lnTo>
                <a:lnTo>
                  <a:pt x="57580" y="35431"/>
                </a:lnTo>
                <a:lnTo>
                  <a:pt x="21069" y="47990"/>
                </a:lnTo>
                <a:lnTo>
                  <a:pt x="0" y="68143"/>
                </a:lnTo>
                <a:lnTo>
                  <a:pt x="2250" y="75079"/>
                </a:lnTo>
                <a:lnTo>
                  <a:pt x="37637" y="94481"/>
                </a:lnTo>
                <a:lnTo>
                  <a:pt x="80900" y="106292"/>
                </a:lnTo>
                <a:lnTo>
                  <a:pt x="138480" y="116039"/>
                </a:lnTo>
                <a:lnTo>
                  <a:pt x="246994" y="127850"/>
                </a:lnTo>
                <a:lnTo>
                  <a:pt x="332291" y="133474"/>
                </a:lnTo>
                <a:lnTo>
                  <a:pt x="377804" y="134786"/>
                </a:lnTo>
                <a:lnTo>
                  <a:pt x="473022" y="136192"/>
                </a:lnTo>
                <a:lnTo>
                  <a:pt x="568342" y="134786"/>
                </a:lnTo>
                <a:lnTo>
                  <a:pt x="613754" y="133474"/>
                </a:lnTo>
                <a:lnTo>
                  <a:pt x="697925" y="127850"/>
                </a:lnTo>
                <a:lnTo>
                  <a:pt x="773200" y="120914"/>
                </a:lnTo>
                <a:lnTo>
                  <a:pt x="837531" y="111166"/>
                </a:lnTo>
                <a:lnTo>
                  <a:pt x="888465" y="100761"/>
                </a:lnTo>
                <a:lnTo>
                  <a:pt x="924976" y="88295"/>
                </a:lnTo>
                <a:lnTo>
                  <a:pt x="946045" y="68143"/>
                </a:lnTo>
                <a:lnTo>
                  <a:pt x="943795" y="61207"/>
                </a:lnTo>
                <a:lnTo>
                  <a:pt x="908408" y="41710"/>
                </a:lnTo>
                <a:lnTo>
                  <a:pt x="865145" y="29900"/>
                </a:lnTo>
                <a:lnTo>
                  <a:pt x="807565" y="20152"/>
                </a:lnTo>
                <a:lnTo>
                  <a:pt x="697925" y="8342"/>
                </a:lnTo>
                <a:lnTo>
                  <a:pt x="613754" y="2813"/>
                </a:lnTo>
                <a:lnTo>
                  <a:pt x="568342" y="1405"/>
                </a:lnTo>
                <a:lnTo>
                  <a:pt x="473022" y="0"/>
                </a:lnTo>
                <a:close/>
              </a:path>
            </a:pathLst>
          </a:custGeom>
          <a:solidFill>
            <a:srgbClr val="FF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37"/>
          <p:cNvSpPr txBox="1"/>
          <p:nvPr/>
        </p:nvSpPr>
        <p:spPr>
          <a:xfrm>
            <a:off x="7081250" y="2663573"/>
            <a:ext cx="699135" cy="677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145" dirty="0">
                <a:latin typeface="Arial"/>
                <a:cs typeface="Arial"/>
              </a:rPr>
              <a:t>....</a:t>
            </a:r>
            <a:endParaRPr sz="4250">
              <a:latin typeface="Arial"/>
              <a:cs typeface="Arial"/>
            </a:endParaRPr>
          </a:p>
        </p:txBody>
      </p:sp>
      <p:sp>
        <p:nvSpPr>
          <p:cNvPr id="341" name="object 338"/>
          <p:cNvSpPr txBox="1"/>
          <p:nvPr/>
        </p:nvSpPr>
        <p:spPr>
          <a:xfrm>
            <a:off x="4944312" y="3095649"/>
            <a:ext cx="29083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150" dirty="0">
                <a:latin typeface="Arial"/>
                <a:cs typeface="Arial"/>
              </a:rPr>
              <a:t>D</a:t>
            </a:r>
            <a:r>
              <a:rPr sz="1725" spc="97" baseline="-26570" dirty="0">
                <a:latin typeface="Arial"/>
                <a:cs typeface="Arial"/>
              </a:rPr>
              <a:t>1</a:t>
            </a:r>
            <a:endParaRPr sz="1725" baseline="-26570">
              <a:latin typeface="Arial"/>
              <a:cs typeface="Arial"/>
            </a:endParaRPr>
          </a:p>
        </p:txBody>
      </p:sp>
      <p:sp>
        <p:nvSpPr>
          <p:cNvPr id="342" name="object 339"/>
          <p:cNvSpPr txBox="1"/>
          <p:nvPr/>
        </p:nvSpPr>
        <p:spPr>
          <a:xfrm>
            <a:off x="6444485" y="3075215"/>
            <a:ext cx="29083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150" dirty="0">
                <a:latin typeface="Arial"/>
                <a:cs typeface="Arial"/>
              </a:rPr>
              <a:t>D</a:t>
            </a:r>
            <a:r>
              <a:rPr sz="1725" spc="97" baseline="-26570" dirty="0">
                <a:latin typeface="Arial"/>
                <a:cs typeface="Arial"/>
              </a:rPr>
              <a:t>2</a:t>
            </a:r>
            <a:endParaRPr sz="1725" baseline="-26570">
              <a:latin typeface="Arial"/>
              <a:cs typeface="Arial"/>
            </a:endParaRPr>
          </a:p>
        </p:txBody>
      </p:sp>
      <p:sp>
        <p:nvSpPr>
          <p:cNvPr id="343" name="object 340"/>
          <p:cNvSpPr txBox="1"/>
          <p:nvPr/>
        </p:nvSpPr>
        <p:spPr>
          <a:xfrm>
            <a:off x="8145321" y="3168009"/>
            <a:ext cx="389255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225" baseline="17973" dirty="0">
                <a:latin typeface="Arial"/>
                <a:cs typeface="Arial"/>
              </a:rPr>
              <a:t>D</a:t>
            </a:r>
            <a:r>
              <a:rPr sz="1150" spc="45" dirty="0">
                <a:latin typeface="Arial"/>
                <a:cs typeface="Arial"/>
              </a:rPr>
              <a:t>t-1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344" name="object 341"/>
          <p:cNvSpPr txBox="1"/>
          <p:nvPr/>
        </p:nvSpPr>
        <p:spPr>
          <a:xfrm>
            <a:off x="9649278" y="3095649"/>
            <a:ext cx="245745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150" dirty="0">
                <a:latin typeface="Arial"/>
                <a:cs typeface="Arial"/>
              </a:rPr>
              <a:t>D</a:t>
            </a:r>
            <a:r>
              <a:rPr sz="1725" spc="44" baseline="-26570" dirty="0">
                <a:latin typeface="Arial"/>
                <a:cs typeface="Arial"/>
              </a:rPr>
              <a:t>t</a:t>
            </a:r>
            <a:endParaRPr sz="1725" baseline="-26570">
              <a:latin typeface="Arial"/>
              <a:cs typeface="Arial"/>
            </a:endParaRPr>
          </a:p>
        </p:txBody>
      </p:sp>
      <p:sp>
        <p:nvSpPr>
          <p:cNvPr id="345" name="object 342"/>
          <p:cNvSpPr txBox="1"/>
          <p:nvPr/>
        </p:nvSpPr>
        <p:spPr>
          <a:xfrm>
            <a:off x="7330495" y="1709824"/>
            <a:ext cx="20066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150" dirty="0">
                <a:latin typeface="Arial"/>
                <a:cs typeface="Arial"/>
              </a:rPr>
              <a:t>D</a:t>
            </a:r>
            <a:endParaRPr sz="1700">
              <a:latin typeface="Arial"/>
              <a:cs typeface="Arial"/>
            </a:endParaRPr>
          </a:p>
        </p:txBody>
      </p:sp>
      <p:sp>
        <p:nvSpPr>
          <p:cNvPr id="346" name="object 343"/>
          <p:cNvSpPr txBox="1"/>
          <p:nvPr/>
        </p:nvSpPr>
        <p:spPr>
          <a:xfrm>
            <a:off x="2630558" y="2814229"/>
            <a:ext cx="1656080" cy="808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30530">
              <a:lnSpc>
                <a:spcPct val="100699"/>
              </a:lnSpc>
              <a:spcBef>
                <a:spcPts val="95"/>
              </a:spcBef>
            </a:pPr>
            <a:r>
              <a:rPr sz="1700" spc="105" dirty="0">
                <a:solidFill>
                  <a:srgbClr val="0000FF"/>
                </a:solidFill>
                <a:latin typeface="Arial"/>
                <a:cs typeface="Arial"/>
              </a:rPr>
              <a:t>Step </a:t>
            </a:r>
            <a:r>
              <a:rPr sz="1700" spc="85" dirty="0">
                <a:solidFill>
                  <a:srgbClr val="0000FF"/>
                </a:solidFill>
                <a:latin typeface="Arial"/>
                <a:cs typeface="Arial"/>
              </a:rPr>
              <a:t>1:  </a:t>
            </a:r>
            <a:r>
              <a:rPr sz="1700" spc="100" dirty="0">
                <a:latin typeface="Arial"/>
                <a:cs typeface="Arial"/>
              </a:rPr>
              <a:t>Create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Multiple</a:t>
            </a:r>
            <a:endParaRPr sz="1700" dirty="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15"/>
              </a:spcBef>
            </a:pPr>
            <a:r>
              <a:rPr sz="1700" spc="110" dirty="0">
                <a:latin typeface="Arial"/>
                <a:cs typeface="Arial"/>
              </a:rPr>
              <a:t>Data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Sets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347" name="object 344"/>
          <p:cNvSpPr/>
          <p:nvPr/>
        </p:nvSpPr>
        <p:spPr>
          <a:xfrm>
            <a:off x="4541775" y="4157124"/>
            <a:ext cx="1049855" cy="733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5"/>
          <p:cNvSpPr/>
          <p:nvPr/>
        </p:nvSpPr>
        <p:spPr>
          <a:xfrm>
            <a:off x="4541775" y="4157124"/>
            <a:ext cx="1050290" cy="734060"/>
          </a:xfrm>
          <a:custGeom>
            <a:avLst/>
            <a:gdLst/>
            <a:ahLst/>
            <a:cxnLst/>
            <a:rect l="l" t="t" r="r" b="b"/>
            <a:pathLst>
              <a:path w="1050289" h="734060">
                <a:moveTo>
                  <a:pt x="1049957" y="733638"/>
                </a:moveTo>
                <a:lnTo>
                  <a:pt x="524978" y="0"/>
                </a:lnTo>
                <a:lnTo>
                  <a:pt x="0" y="733638"/>
                </a:lnTo>
                <a:lnTo>
                  <a:pt x="1049957" y="7336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6"/>
          <p:cNvSpPr txBox="1"/>
          <p:nvPr/>
        </p:nvSpPr>
        <p:spPr>
          <a:xfrm>
            <a:off x="4921504" y="4440607"/>
            <a:ext cx="20066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150" dirty="0">
                <a:latin typeface="Arial"/>
                <a:cs typeface="Arial"/>
              </a:rPr>
              <a:t>C</a:t>
            </a:r>
            <a:endParaRPr sz="1700">
              <a:latin typeface="Arial"/>
              <a:cs typeface="Arial"/>
            </a:endParaRPr>
          </a:p>
        </p:txBody>
      </p:sp>
      <p:sp>
        <p:nvSpPr>
          <p:cNvPr id="350" name="object 347"/>
          <p:cNvSpPr txBox="1"/>
          <p:nvPr/>
        </p:nvSpPr>
        <p:spPr>
          <a:xfrm>
            <a:off x="5096600" y="4585354"/>
            <a:ext cx="11557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65" dirty="0">
                <a:latin typeface="Arial"/>
                <a:cs typeface="Arial"/>
              </a:rPr>
              <a:t>1</a:t>
            </a:r>
            <a:endParaRPr sz="1150">
              <a:latin typeface="Arial"/>
              <a:cs typeface="Arial"/>
            </a:endParaRPr>
          </a:p>
        </p:txBody>
      </p:sp>
      <p:sp>
        <p:nvSpPr>
          <p:cNvPr id="351" name="object 348"/>
          <p:cNvSpPr/>
          <p:nvPr/>
        </p:nvSpPr>
        <p:spPr>
          <a:xfrm>
            <a:off x="5996537" y="4157124"/>
            <a:ext cx="1049855" cy="733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49"/>
          <p:cNvSpPr/>
          <p:nvPr/>
        </p:nvSpPr>
        <p:spPr>
          <a:xfrm>
            <a:off x="5996537" y="4157124"/>
            <a:ext cx="1050290" cy="734060"/>
          </a:xfrm>
          <a:custGeom>
            <a:avLst/>
            <a:gdLst/>
            <a:ahLst/>
            <a:cxnLst/>
            <a:rect l="l" t="t" r="r" b="b"/>
            <a:pathLst>
              <a:path w="1050289" h="734060">
                <a:moveTo>
                  <a:pt x="1049957" y="733638"/>
                </a:moveTo>
                <a:lnTo>
                  <a:pt x="524978" y="0"/>
                </a:lnTo>
                <a:lnTo>
                  <a:pt x="0" y="733638"/>
                </a:lnTo>
                <a:lnTo>
                  <a:pt x="1049957" y="7336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0"/>
          <p:cNvSpPr txBox="1"/>
          <p:nvPr/>
        </p:nvSpPr>
        <p:spPr>
          <a:xfrm>
            <a:off x="6376267" y="4440607"/>
            <a:ext cx="20066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150" dirty="0">
                <a:latin typeface="Arial"/>
                <a:cs typeface="Arial"/>
              </a:rPr>
              <a:t>C</a:t>
            </a:r>
            <a:endParaRPr sz="1700">
              <a:latin typeface="Arial"/>
              <a:cs typeface="Arial"/>
            </a:endParaRPr>
          </a:p>
        </p:txBody>
      </p:sp>
      <p:sp>
        <p:nvSpPr>
          <p:cNvPr id="354" name="object 351"/>
          <p:cNvSpPr txBox="1"/>
          <p:nvPr/>
        </p:nvSpPr>
        <p:spPr>
          <a:xfrm>
            <a:off x="6551362" y="4585354"/>
            <a:ext cx="11557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65" dirty="0">
                <a:latin typeface="Arial"/>
                <a:cs typeface="Arial"/>
              </a:rPr>
              <a:t>2</a:t>
            </a:r>
            <a:endParaRPr sz="1150">
              <a:latin typeface="Arial"/>
              <a:cs typeface="Arial"/>
            </a:endParaRPr>
          </a:p>
        </p:txBody>
      </p:sp>
      <p:sp>
        <p:nvSpPr>
          <p:cNvPr id="355" name="object 352"/>
          <p:cNvSpPr/>
          <p:nvPr/>
        </p:nvSpPr>
        <p:spPr>
          <a:xfrm>
            <a:off x="7814990" y="4157124"/>
            <a:ext cx="1049855" cy="733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3"/>
          <p:cNvSpPr/>
          <p:nvPr/>
        </p:nvSpPr>
        <p:spPr>
          <a:xfrm>
            <a:off x="7814990" y="4157124"/>
            <a:ext cx="1050290" cy="734060"/>
          </a:xfrm>
          <a:custGeom>
            <a:avLst/>
            <a:gdLst/>
            <a:ahLst/>
            <a:cxnLst/>
            <a:rect l="l" t="t" r="r" b="b"/>
            <a:pathLst>
              <a:path w="1050290" h="734060">
                <a:moveTo>
                  <a:pt x="1049957" y="733638"/>
                </a:moveTo>
                <a:lnTo>
                  <a:pt x="524978" y="0"/>
                </a:lnTo>
                <a:lnTo>
                  <a:pt x="0" y="733638"/>
                </a:lnTo>
                <a:lnTo>
                  <a:pt x="1049957" y="7336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4"/>
          <p:cNvSpPr txBox="1"/>
          <p:nvPr/>
        </p:nvSpPr>
        <p:spPr>
          <a:xfrm>
            <a:off x="8122923" y="4440607"/>
            <a:ext cx="20066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150" dirty="0">
                <a:latin typeface="Arial"/>
                <a:cs typeface="Arial"/>
              </a:rPr>
              <a:t>C</a:t>
            </a:r>
            <a:endParaRPr sz="1700">
              <a:latin typeface="Arial"/>
              <a:cs typeface="Arial"/>
            </a:endParaRPr>
          </a:p>
        </p:txBody>
      </p:sp>
      <p:sp>
        <p:nvSpPr>
          <p:cNvPr id="358" name="object 355"/>
          <p:cNvSpPr txBox="1"/>
          <p:nvPr/>
        </p:nvSpPr>
        <p:spPr>
          <a:xfrm>
            <a:off x="8298018" y="4585354"/>
            <a:ext cx="259079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30" dirty="0">
                <a:latin typeface="Arial"/>
                <a:cs typeface="Arial"/>
              </a:rPr>
              <a:t>t</a:t>
            </a:r>
            <a:r>
              <a:rPr sz="1150" spc="-40" dirty="0">
                <a:latin typeface="Arial"/>
                <a:cs typeface="Arial"/>
              </a:rPr>
              <a:t> </a:t>
            </a:r>
            <a:r>
              <a:rPr sz="1150" spc="50" dirty="0">
                <a:latin typeface="Arial"/>
                <a:cs typeface="Arial"/>
              </a:rPr>
              <a:t>-1</a:t>
            </a:r>
            <a:endParaRPr sz="1150">
              <a:latin typeface="Arial"/>
              <a:cs typeface="Arial"/>
            </a:endParaRPr>
          </a:p>
        </p:txBody>
      </p:sp>
      <p:sp>
        <p:nvSpPr>
          <p:cNvPr id="359" name="object 356"/>
          <p:cNvSpPr/>
          <p:nvPr/>
        </p:nvSpPr>
        <p:spPr>
          <a:xfrm>
            <a:off x="9269754" y="4157124"/>
            <a:ext cx="1049855" cy="733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57"/>
          <p:cNvSpPr/>
          <p:nvPr/>
        </p:nvSpPr>
        <p:spPr>
          <a:xfrm>
            <a:off x="9269753" y="4157124"/>
            <a:ext cx="1050290" cy="734060"/>
          </a:xfrm>
          <a:custGeom>
            <a:avLst/>
            <a:gdLst/>
            <a:ahLst/>
            <a:cxnLst/>
            <a:rect l="l" t="t" r="r" b="b"/>
            <a:pathLst>
              <a:path w="1050290" h="734060">
                <a:moveTo>
                  <a:pt x="1049957" y="733638"/>
                </a:moveTo>
                <a:lnTo>
                  <a:pt x="524978" y="0"/>
                </a:lnTo>
                <a:lnTo>
                  <a:pt x="0" y="733638"/>
                </a:lnTo>
                <a:lnTo>
                  <a:pt x="1049957" y="7336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58"/>
          <p:cNvSpPr txBox="1"/>
          <p:nvPr/>
        </p:nvSpPr>
        <p:spPr>
          <a:xfrm>
            <a:off x="9671983" y="4440607"/>
            <a:ext cx="20066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150" dirty="0">
                <a:latin typeface="Arial"/>
                <a:cs typeface="Arial"/>
              </a:rPr>
              <a:t>C</a:t>
            </a:r>
            <a:endParaRPr sz="1700">
              <a:latin typeface="Arial"/>
              <a:cs typeface="Arial"/>
            </a:endParaRPr>
          </a:p>
        </p:txBody>
      </p:sp>
      <p:sp>
        <p:nvSpPr>
          <p:cNvPr id="362" name="object 359"/>
          <p:cNvSpPr txBox="1"/>
          <p:nvPr/>
        </p:nvSpPr>
        <p:spPr>
          <a:xfrm>
            <a:off x="9847079" y="4585354"/>
            <a:ext cx="7048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30" dirty="0"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363" name="object 360"/>
          <p:cNvSpPr/>
          <p:nvPr/>
        </p:nvSpPr>
        <p:spPr>
          <a:xfrm>
            <a:off x="5066753" y="3627258"/>
            <a:ext cx="0" cy="239395"/>
          </a:xfrm>
          <a:custGeom>
            <a:avLst/>
            <a:gdLst/>
            <a:ahLst/>
            <a:cxnLst/>
            <a:rect l="l" t="t" r="r" b="b"/>
            <a:pathLst>
              <a:path h="239395">
                <a:moveTo>
                  <a:pt x="0" y="0"/>
                </a:moveTo>
                <a:lnTo>
                  <a:pt x="0" y="239391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1"/>
          <p:cNvSpPr/>
          <p:nvPr/>
        </p:nvSpPr>
        <p:spPr>
          <a:xfrm>
            <a:off x="4985547" y="3848466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60" h="146050">
                <a:moveTo>
                  <a:pt x="162412" y="0"/>
                </a:moveTo>
                <a:lnTo>
                  <a:pt x="0" y="0"/>
                </a:lnTo>
                <a:lnTo>
                  <a:pt x="81206" y="145658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2"/>
          <p:cNvSpPr/>
          <p:nvPr/>
        </p:nvSpPr>
        <p:spPr>
          <a:xfrm>
            <a:off x="6521516" y="3627258"/>
            <a:ext cx="0" cy="361950"/>
          </a:xfrm>
          <a:custGeom>
            <a:avLst/>
            <a:gdLst/>
            <a:ahLst/>
            <a:cxnLst/>
            <a:rect l="l" t="t" r="r" b="b"/>
            <a:pathLst>
              <a:path h="361950">
                <a:moveTo>
                  <a:pt x="0" y="0"/>
                </a:moveTo>
                <a:lnTo>
                  <a:pt x="0" y="361711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3"/>
          <p:cNvSpPr/>
          <p:nvPr/>
        </p:nvSpPr>
        <p:spPr>
          <a:xfrm>
            <a:off x="6440309" y="3970786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60" h="146050">
                <a:moveTo>
                  <a:pt x="162412" y="0"/>
                </a:moveTo>
                <a:lnTo>
                  <a:pt x="0" y="0"/>
                </a:lnTo>
                <a:lnTo>
                  <a:pt x="81206" y="145564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4"/>
          <p:cNvSpPr/>
          <p:nvPr/>
        </p:nvSpPr>
        <p:spPr>
          <a:xfrm>
            <a:off x="8339969" y="3627258"/>
            <a:ext cx="0" cy="361950"/>
          </a:xfrm>
          <a:custGeom>
            <a:avLst/>
            <a:gdLst/>
            <a:ahLst/>
            <a:cxnLst/>
            <a:rect l="l" t="t" r="r" b="b"/>
            <a:pathLst>
              <a:path h="361950">
                <a:moveTo>
                  <a:pt x="0" y="0"/>
                </a:moveTo>
                <a:lnTo>
                  <a:pt x="0" y="361711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5"/>
          <p:cNvSpPr/>
          <p:nvPr/>
        </p:nvSpPr>
        <p:spPr>
          <a:xfrm>
            <a:off x="8258763" y="3970786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59" h="146050">
                <a:moveTo>
                  <a:pt x="162412" y="0"/>
                </a:moveTo>
                <a:lnTo>
                  <a:pt x="0" y="0"/>
                </a:lnTo>
                <a:lnTo>
                  <a:pt x="81206" y="145564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6"/>
          <p:cNvSpPr/>
          <p:nvPr/>
        </p:nvSpPr>
        <p:spPr>
          <a:xfrm>
            <a:off x="9794732" y="3627258"/>
            <a:ext cx="0" cy="361950"/>
          </a:xfrm>
          <a:custGeom>
            <a:avLst/>
            <a:gdLst/>
            <a:ahLst/>
            <a:cxnLst/>
            <a:rect l="l" t="t" r="r" b="b"/>
            <a:pathLst>
              <a:path h="361950">
                <a:moveTo>
                  <a:pt x="0" y="0"/>
                </a:moveTo>
                <a:lnTo>
                  <a:pt x="0" y="361711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67"/>
          <p:cNvSpPr/>
          <p:nvPr/>
        </p:nvSpPr>
        <p:spPr>
          <a:xfrm>
            <a:off x="9713526" y="3970786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59" h="146050">
                <a:moveTo>
                  <a:pt x="162412" y="0"/>
                </a:moveTo>
                <a:lnTo>
                  <a:pt x="0" y="0"/>
                </a:lnTo>
                <a:lnTo>
                  <a:pt x="81206" y="145564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68"/>
          <p:cNvSpPr txBox="1"/>
          <p:nvPr/>
        </p:nvSpPr>
        <p:spPr>
          <a:xfrm>
            <a:off x="2787379" y="4098298"/>
            <a:ext cx="1467485" cy="808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6550">
              <a:lnSpc>
                <a:spcPct val="100600"/>
              </a:lnSpc>
              <a:spcBef>
                <a:spcPts val="100"/>
              </a:spcBef>
            </a:pPr>
            <a:r>
              <a:rPr sz="1700" spc="105" dirty="0">
                <a:solidFill>
                  <a:srgbClr val="0000FF"/>
                </a:solidFill>
                <a:latin typeface="Arial"/>
                <a:cs typeface="Arial"/>
              </a:rPr>
              <a:t>Step </a:t>
            </a:r>
            <a:r>
              <a:rPr sz="1700" spc="85" dirty="0">
                <a:solidFill>
                  <a:srgbClr val="0000FF"/>
                </a:solidFill>
                <a:latin typeface="Arial"/>
                <a:cs typeface="Arial"/>
              </a:rPr>
              <a:t>2:  </a:t>
            </a:r>
            <a:r>
              <a:rPr sz="1700" spc="90" dirty="0">
                <a:latin typeface="Arial"/>
                <a:cs typeface="Arial"/>
              </a:rPr>
              <a:t>Build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Multiple</a:t>
            </a:r>
            <a:endParaRPr sz="1700">
              <a:latin typeface="Arial"/>
              <a:cs typeface="Arial"/>
            </a:endParaRPr>
          </a:p>
          <a:p>
            <a:pPr marL="173990">
              <a:lnSpc>
                <a:spcPct val="100000"/>
              </a:lnSpc>
              <a:spcBef>
                <a:spcPts val="10"/>
              </a:spcBef>
            </a:pPr>
            <a:r>
              <a:rPr sz="1700" spc="85" dirty="0">
                <a:latin typeface="Arial"/>
                <a:cs typeface="Arial"/>
              </a:rPr>
              <a:t>Classifiers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72" name="object 369"/>
          <p:cNvSpPr/>
          <p:nvPr/>
        </p:nvSpPr>
        <p:spPr>
          <a:xfrm>
            <a:off x="6905866" y="5583723"/>
            <a:ext cx="1049752" cy="8151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0"/>
          <p:cNvSpPr/>
          <p:nvPr/>
        </p:nvSpPr>
        <p:spPr>
          <a:xfrm>
            <a:off x="6905764" y="5583722"/>
            <a:ext cx="1050290" cy="815340"/>
          </a:xfrm>
          <a:custGeom>
            <a:avLst/>
            <a:gdLst/>
            <a:ahLst/>
            <a:cxnLst/>
            <a:rect l="l" t="t" r="r" b="b"/>
            <a:pathLst>
              <a:path w="1050289" h="815339">
                <a:moveTo>
                  <a:pt x="787416" y="0"/>
                </a:moveTo>
                <a:lnTo>
                  <a:pt x="262540" y="0"/>
                </a:lnTo>
                <a:lnTo>
                  <a:pt x="0" y="407536"/>
                </a:lnTo>
                <a:lnTo>
                  <a:pt x="262540" y="815120"/>
                </a:lnTo>
                <a:lnTo>
                  <a:pt x="787416" y="815120"/>
                </a:lnTo>
                <a:lnTo>
                  <a:pt x="1049957" y="407536"/>
                </a:lnTo>
                <a:lnTo>
                  <a:pt x="78741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1"/>
          <p:cNvSpPr txBox="1"/>
          <p:nvPr/>
        </p:nvSpPr>
        <p:spPr>
          <a:xfrm>
            <a:off x="7336631" y="5752215"/>
            <a:ext cx="27940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225" baseline="-22875" dirty="0">
                <a:latin typeface="Arial"/>
                <a:cs typeface="Arial"/>
              </a:rPr>
              <a:t>C</a:t>
            </a:r>
            <a:r>
              <a:rPr sz="1400" spc="70" dirty="0">
                <a:latin typeface="Arial"/>
                <a:cs typeface="Arial"/>
              </a:rPr>
              <a:t>*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5" name="object 372"/>
          <p:cNvSpPr/>
          <p:nvPr/>
        </p:nvSpPr>
        <p:spPr>
          <a:xfrm>
            <a:off x="5066753" y="2526847"/>
            <a:ext cx="4728210" cy="0"/>
          </a:xfrm>
          <a:custGeom>
            <a:avLst/>
            <a:gdLst/>
            <a:ahLst/>
            <a:cxnLst/>
            <a:rect l="l" t="t" r="r" b="b"/>
            <a:pathLst>
              <a:path w="4728209">
                <a:moveTo>
                  <a:pt x="0" y="0"/>
                </a:moveTo>
                <a:lnTo>
                  <a:pt x="4727978" y="0"/>
                </a:lnTo>
              </a:path>
            </a:pathLst>
          </a:custGeom>
          <a:ln w="377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3"/>
          <p:cNvSpPr/>
          <p:nvPr/>
        </p:nvSpPr>
        <p:spPr>
          <a:xfrm>
            <a:off x="5066753" y="2526847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0"/>
                </a:moveTo>
                <a:lnTo>
                  <a:pt x="0" y="219238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4"/>
          <p:cNvSpPr/>
          <p:nvPr/>
        </p:nvSpPr>
        <p:spPr>
          <a:xfrm>
            <a:off x="4985547" y="2727902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60" h="146050">
                <a:moveTo>
                  <a:pt x="162412" y="0"/>
                </a:moveTo>
                <a:lnTo>
                  <a:pt x="0" y="0"/>
                </a:lnTo>
                <a:lnTo>
                  <a:pt x="81206" y="145564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5"/>
          <p:cNvSpPr/>
          <p:nvPr/>
        </p:nvSpPr>
        <p:spPr>
          <a:xfrm>
            <a:off x="6521516" y="2526847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0"/>
                </a:moveTo>
                <a:lnTo>
                  <a:pt x="0" y="219238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6"/>
          <p:cNvSpPr/>
          <p:nvPr/>
        </p:nvSpPr>
        <p:spPr>
          <a:xfrm>
            <a:off x="6440309" y="2727902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60" h="146050">
                <a:moveTo>
                  <a:pt x="162412" y="0"/>
                </a:moveTo>
                <a:lnTo>
                  <a:pt x="0" y="0"/>
                </a:lnTo>
                <a:lnTo>
                  <a:pt x="81206" y="145564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77"/>
          <p:cNvSpPr/>
          <p:nvPr/>
        </p:nvSpPr>
        <p:spPr>
          <a:xfrm>
            <a:off x="8339969" y="2526847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0"/>
                </a:moveTo>
                <a:lnTo>
                  <a:pt x="0" y="219238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78"/>
          <p:cNvSpPr/>
          <p:nvPr/>
        </p:nvSpPr>
        <p:spPr>
          <a:xfrm>
            <a:off x="8258763" y="2727902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59" h="146050">
                <a:moveTo>
                  <a:pt x="162412" y="0"/>
                </a:moveTo>
                <a:lnTo>
                  <a:pt x="0" y="0"/>
                </a:lnTo>
                <a:lnTo>
                  <a:pt x="81206" y="145564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79"/>
          <p:cNvSpPr/>
          <p:nvPr/>
        </p:nvSpPr>
        <p:spPr>
          <a:xfrm>
            <a:off x="9804243" y="2527503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0"/>
                </a:moveTo>
                <a:lnTo>
                  <a:pt x="0" y="219238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0"/>
          <p:cNvSpPr/>
          <p:nvPr/>
        </p:nvSpPr>
        <p:spPr>
          <a:xfrm>
            <a:off x="9723037" y="2728558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59" h="146050">
                <a:moveTo>
                  <a:pt x="162515" y="0"/>
                </a:moveTo>
                <a:lnTo>
                  <a:pt x="0" y="0"/>
                </a:lnTo>
                <a:lnTo>
                  <a:pt x="81206" y="145658"/>
                </a:lnTo>
                <a:lnTo>
                  <a:pt x="1625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1"/>
          <p:cNvSpPr/>
          <p:nvPr/>
        </p:nvSpPr>
        <p:spPr>
          <a:xfrm>
            <a:off x="5066753" y="5238133"/>
            <a:ext cx="4728210" cy="0"/>
          </a:xfrm>
          <a:custGeom>
            <a:avLst/>
            <a:gdLst/>
            <a:ahLst/>
            <a:cxnLst/>
            <a:rect l="l" t="t" r="r" b="b"/>
            <a:pathLst>
              <a:path w="4728209">
                <a:moveTo>
                  <a:pt x="0" y="0"/>
                </a:moveTo>
                <a:lnTo>
                  <a:pt x="4727978" y="0"/>
                </a:lnTo>
              </a:path>
            </a:pathLst>
          </a:custGeom>
          <a:ln w="377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2"/>
          <p:cNvSpPr/>
          <p:nvPr/>
        </p:nvSpPr>
        <p:spPr>
          <a:xfrm>
            <a:off x="5066753" y="4891513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219238"/>
                </a:moveTo>
                <a:lnTo>
                  <a:pt x="0" y="0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3"/>
          <p:cNvSpPr/>
          <p:nvPr/>
        </p:nvSpPr>
        <p:spPr>
          <a:xfrm>
            <a:off x="4985547" y="5092568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60" h="146050">
                <a:moveTo>
                  <a:pt x="162412" y="0"/>
                </a:moveTo>
                <a:lnTo>
                  <a:pt x="0" y="0"/>
                </a:lnTo>
                <a:lnTo>
                  <a:pt x="81206" y="145564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4"/>
          <p:cNvSpPr/>
          <p:nvPr/>
        </p:nvSpPr>
        <p:spPr>
          <a:xfrm>
            <a:off x="6521516" y="4891513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219238"/>
                </a:moveTo>
                <a:lnTo>
                  <a:pt x="0" y="0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5"/>
          <p:cNvSpPr/>
          <p:nvPr/>
        </p:nvSpPr>
        <p:spPr>
          <a:xfrm>
            <a:off x="6440309" y="5092568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60" h="146050">
                <a:moveTo>
                  <a:pt x="162412" y="0"/>
                </a:moveTo>
                <a:lnTo>
                  <a:pt x="0" y="0"/>
                </a:lnTo>
                <a:lnTo>
                  <a:pt x="81206" y="145564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6"/>
          <p:cNvSpPr/>
          <p:nvPr/>
        </p:nvSpPr>
        <p:spPr>
          <a:xfrm>
            <a:off x="8339969" y="4891513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219238"/>
                </a:moveTo>
                <a:lnTo>
                  <a:pt x="0" y="0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87"/>
          <p:cNvSpPr/>
          <p:nvPr/>
        </p:nvSpPr>
        <p:spPr>
          <a:xfrm>
            <a:off x="8258763" y="5092568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59" h="146050">
                <a:moveTo>
                  <a:pt x="162412" y="0"/>
                </a:moveTo>
                <a:lnTo>
                  <a:pt x="0" y="0"/>
                </a:lnTo>
                <a:lnTo>
                  <a:pt x="81206" y="145564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88"/>
          <p:cNvSpPr/>
          <p:nvPr/>
        </p:nvSpPr>
        <p:spPr>
          <a:xfrm>
            <a:off x="9804243" y="4890763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219238"/>
                </a:moveTo>
                <a:lnTo>
                  <a:pt x="0" y="0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89"/>
          <p:cNvSpPr/>
          <p:nvPr/>
        </p:nvSpPr>
        <p:spPr>
          <a:xfrm>
            <a:off x="9723037" y="5091818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59" h="146050">
                <a:moveTo>
                  <a:pt x="162515" y="0"/>
                </a:moveTo>
                <a:lnTo>
                  <a:pt x="0" y="0"/>
                </a:lnTo>
                <a:lnTo>
                  <a:pt x="81206" y="145660"/>
                </a:lnTo>
                <a:lnTo>
                  <a:pt x="1625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0"/>
          <p:cNvSpPr/>
          <p:nvPr/>
        </p:nvSpPr>
        <p:spPr>
          <a:xfrm>
            <a:off x="7430743" y="5238133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0"/>
                </a:moveTo>
                <a:lnTo>
                  <a:pt x="0" y="219238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1"/>
          <p:cNvSpPr/>
          <p:nvPr/>
        </p:nvSpPr>
        <p:spPr>
          <a:xfrm>
            <a:off x="7349537" y="5439188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60" h="146050">
                <a:moveTo>
                  <a:pt x="162412" y="0"/>
                </a:moveTo>
                <a:lnTo>
                  <a:pt x="0" y="0"/>
                </a:lnTo>
                <a:lnTo>
                  <a:pt x="81206" y="145658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2"/>
          <p:cNvSpPr txBox="1"/>
          <p:nvPr/>
        </p:nvSpPr>
        <p:spPr>
          <a:xfrm>
            <a:off x="2949303" y="5512213"/>
            <a:ext cx="1143635" cy="808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699"/>
              </a:lnSpc>
              <a:spcBef>
                <a:spcPts val="95"/>
              </a:spcBef>
            </a:pPr>
            <a:r>
              <a:rPr sz="1700" spc="105" dirty="0">
                <a:solidFill>
                  <a:srgbClr val="0000FF"/>
                </a:solidFill>
                <a:latin typeface="Arial"/>
                <a:cs typeface="Arial"/>
              </a:rPr>
              <a:t>Step </a:t>
            </a:r>
            <a:r>
              <a:rPr sz="1700" spc="85" dirty="0">
                <a:solidFill>
                  <a:srgbClr val="0000FF"/>
                </a:solidFill>
                <a:latin typeface="Arial"/>
                <a:cs typeface="Arial"/>
              </a:rPr>
              <a:t>3:  </a:t>
            </a:r>
            <a:r>
              <a:rPr sz="1700" spc="114" dirty="0">
                <a:latin typeface="Arial"/>
                <a:cs typeface="Arial"/>
              </a:rPr>
              <a:t>Combine  </a:t>
            </a:r>
            <a:r>
              <a:rPr sz="1700" spc="85" dirty="0">
                <a:latin typeface="Arial"/>
                <a:cs typeface="Arial"/>
              </a:rPr>
              <a:t>Classifiers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96" name="object 393"/>
          <p:cNvSpPr/>
          <p:nvPr/>
        </p:nvSpPr>
        <p:spPr>
          <a:xfrm>
            <a:off x="7430743" y="6398842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0"/>
                </a:moveTo>
                <a:lnTo>
                  <a:pt x="0" y="219238"/>
                </a:lnTo>
              </a:path>
            </a:pathLst>
          </a:custGeom>
          <a:ln w="4121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4"/>
          <p:cNvSpPr/>
          <p:nvPr/>
        </p:nvSpPr>
        <p:spPr>
          <a:xfrm>
            <a:off x="7349537" y="6599869"/>
            <a:ext cx="162560" cy="146050"/>
          </a:xfrm>
          <a:custGeom>
            <a:avLst/>
            <a:gdLst/>
            <a:ahLst/>
            <a:cxnLst/>
            <a:rect l="l" t="t" r="r" b="b"/>
            <a:pathLst>
              <a:path w="162560" h="146050">
                <a:moveTo>
                  <a:pt x="162412" y="0"/>
                </a:moveTo>
                <a:lnTo>
                  <a:pt x="0" y="0"/>
                </a:lnTo>
                <a:lnTo>
                  <a:pt x="81206" y="145645"/>
                </a:lnTo>
                <a:lnTo>
                  <a:pt x="1624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5039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it work?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there are 25 base classifiers:</a:t>
            </a:r>
          </a:p>
          <a:p>
            <a:pPr lvl="1"/>
            <a:r>
              <a:rPr lang="en-US" dirty="0"/>
              <a:t>Each classifier has an error rate: </a:t>
            </a:r>
            <a:r>
              <a:rPr lang="el-GR" dirty="0"/>
              <a:t>ε</a:t>
            </a:r>
            <a:r>
              <a:rPr lang="en-US" dirty="0"/>
              <a:t>=0.35.</a:t>
            </a:r>
          </a:p>
          <a:p>
            <a:pPr lvl="1"/>
            <a:r>
              <a:rPr lang="en-US" i="1" dirty="0"/>
              <a:t>Assume</a:t>
            </a:r>
            <a:r>
              <a:rPr lang="en-US" dirty="0"/>
              <a:t> classifiers are </a:t>
            </a:r>
            <a:r>
              <a:rPr lang="en-US" b="1" dirty="0"/>
              <a:t>independent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Probability that the ensemble classifier makes the wrong prediction is: 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86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it work?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there are 25 base classifiers:</a:t>
            </a:r>
          </a:p>
          <a:p>
            <a:pPr lvl="1"/>
            <a:r>
              <a:rPr lang="en-US" dirty="0"/>
              <a:t>Each classifier has an error rate: </a:t>
            </a:r>
            <a:r>
              <a:rPr lang="el-GR" dirty="0"/>
              <a:t>ε</a:t>
            </a:r>
            <a:r>
              <a:rPr lang="en-US" dirty="0"/>
              <a:t>=0.35.</a:t>
            </a:r>
          </a:p>
          <a:p>
            <a:pPr lvl="1"/>
            <a:r>
              <a:rPr lang="en-US" i="1" dirty="0"/>
              <a:t>Assume</a:t>
            </a:r>
            <a:r>
              <a:rPr lang="en-US" dirty="0"/>
              <a:t> classifiers are </a:t>
            </a:r>
            <a:r>
              <a:rPr lang="en-US" b="1" dirty="0"/>
              <a:t>independent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Probability that the ensemble classifier makes the wrong prediction is: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40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208CD9-9229-9843-985C-A508EE1311C2}"/>
                  </a:ext>
                </a:extLst>
              </p:cNvPr>
              <p:cNvSpPr txBox="1"/>
              <p:nvPr/>
            </p:nvSpPr>
            <p:spPr>
              <a:xfrm>
                <a:off x="3444949" y="4843302"/>
                <a:ext cx="5235046" cy="13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=13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p>
                        <m:e>
                          <m:d>
                            <m:d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25−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=0.06</m:t>
                          </m:r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208CD9-9229-9843-985C-A508EE131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949" y="4843302"/>
                <a:ext cx="5235046" cy="1391471"/>
              </a:xfrm>
              <a:prstGeom prst="rect">
                <a:avLst/>
              </a:prstGeom>
              <a:blipFill>
                <a:blip r:embed="rId4"/>
                <a:stretch>
                  <a:fillRect r="-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904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 of Ensemble Methods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generate an ensemble of classifiers?</a:t>
            </a:r>
          </a:p>
          <a:p>
            <a:pPr lvl="1"/>
            <a:r>
              <a:rPr lang="en-US" b="1" dirty="0"/>
              <a:t>Bagging</a:t>
            </a:r>
          </a:p>
          <a:p>
            <a:pPr lvl="1"/>
            <a:r>
              <a:rPr lang="en-US" dirty="0"/>
              <a:t>Boosting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Bayesian Model Averaging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Buckets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Stacking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…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9378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Sampling with replacement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Build classifier on each bootstrap sample</a:t>
            </a:r>
          </a:p>
          <a:p>
            <a:r>
              <a:rPr lang="en-US" dirty="0">
                <a:latin typeface="+mj-lt"/>
              </a:rPr>
              <a:t>Each instance has probability </a:t>
            </a:r>
            <a:r>
              <a:rPr lang="en-US" spc="-5" dirty="0">
                <a:latin typeface="+mj-lt"/>
                <a:cs typeface="Times New Roman"/>
              </a:rPr>
              <a:t>(1 </a:t>
            </a:r>
            <a:r>
              <a:rPr lang="en-US" dirty="0">
                <a:latin typeface="+mj-lt"/>
                <a:cs typeface="Times New Roman"/>
              </a:rPr>
              <a:t>– 1/n)</a:t>
            </a:r>
            <a:r>
              <a:rPr lang="en-US" baseline="25132" dirty="0">
                <a:latin typeface="+mj-lt"/>
                <a:cs typeface="Times New Roman"/>
              </a:rPr>
              <a:t>n  </a:t>
            </a:r>
            <a:r>
              <a:rPr lang="en-US" dirty="0">
                <a:latin typeface="+mj-lt"/>
                <a:cs typeface="Times New Roman"/>
              </a:rPr>
              <a:t>of NOT </a:t>
            </a:r>
            <a:r>
              <a:rPr lang="en-US" spc="-5" dirty="0">
                <a:latin typeface="+mj-lt"/>
                <a:cs typeface="Times New Roman"/>
              </a:rPr>
              <a:t>being</a:t>
            </a:r>
            <a:r>
              <a:rPr lang="en-US" spc="-70" dirty="0">
                <a:latin typeface="+mj-lt"/>
                <a:cs typeface="Times New Roman"/>
              </a:rPr>
              <a:t> </a:t>
            </a:r>
            <a:r>
              <a:rPr lang="en-US" spc="-5" dirty="0">
                <a:latin typeface="+mj-lt"/>
                <a:cs typeface="Times New Roman"/>
              </a:rPr>
              <a:t>selected</a:t>
            </a:r>
            <a:endParaRPr lang="en-US" dirty="0">
              <a:latin typeface="+mj-lt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42</a:t>
            </a:fld>
            <a:endParaRPr lang="en-US"/>
          </a:p>
        </p:txBody>
      </p:sp>
      <p:graphicFrame>
        <p:nvGraphicFramePr>
          <p:cNvPr id="5" name="object 3"/>
          <p:cNvGraphicFramePr>
            <a:graphicFrameLocks noGrp="1"/>
          </p:cNvGraphicFramePr>
          <p:nvPr/>
        </p:nvGraphicFramePr>
        <p:xfrm>
          <a:off x="2446785" y="2897061"/>
          <a:ext cx="7231373" cy="84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9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6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16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16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16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16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11237">
                <a:tc>
                  <a:txBody>
                    <a:bodyPr/>
                    <a:lstStyle/>
                    <a:p>
                      <a:pPr marL="33020">
                        <a:lnSpc>
                          <a:spcPts val="1490"/>
                        </a:lnSpc>
                      </a:pPr>
                      <a:r>
                        <a:rPr sz="1400" b="1" spc="10" dirty="0">
                          <a:latin typeface="Arial"/>
                          <a:cs typeface="Arial"/>
                        </a:rPr>
                        <a:t>Original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15" dirty="0">
                          <a:latin typeface="Arial"/>
                          <a:cs typeface="Arial"/>
                        </a:rPr>
                        <a:t>Data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ts val="1540"/>
                        </a:lnSpc>
                      </a:pPr>
                      <a:r>
                        <a:rPr sz="1400" spc="10" dirty="0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16">
                <a:tc>
                  <a:txBody>
                    <a:bodyPr/>
                    <a:lstStyle/>
                    <a:p>
                      <a:pPr marL="33020">
                        <a:lnSpc>
                          <a:spcPts val="1490"/>
                        </a:lnSpc>
                      </a:pPr>
                      <a:r>
                        <a:rPr sz="1400" b="1" spc="15" dirty="0">
                          <a:latin typeface="Arial"/>
                          <a:cs typeface="Arial"/>
                        </a:rPr>
                        <a:t>Bagging </a:t>
                      </a:r>
                      <a:r>
                        <a:rPr sz="1400" b="1" spc="20" dirty="0">
                          <a:latin typeface="Arial"/>
                          <a:cs typeface="Arial"/>
                        </a:rPr>
                        <a:t>(Round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10" dirty="0">
                          <a:latin typeface="Arial"/>
                          <a:cs typeface="Arial"/>
                        </a:rPr>
                        <a:t>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1535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1535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1535"/>
                        </a:lnSpc>
                      </a:pPr>
                      <a:r>
                        <a:rPr sz="1400" spc="10" dirty="0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535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1535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535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1535"/>
                        </a:lnSpc>
                      </a:pPr>
                      <a:r>
                        <a:rPr sz="1400" spc="10" dirty="0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1535"/>
                        </a:lnSpc>
                      </a:pPr>
                      <a:r>
                        <a:rPr sz="1400" spc="10" dirty="0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535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ts val="1535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230">
                <a:tc>
                  <a:txBody>
                    <a:bodyPr/>
                    <a:lstStyle/>
                    <a:p>
                      <a:pPr marL="33020">
                        <a:lnSpc>
                          <a:spcPts val="1490"/>
                        </a:lnSpc>
                      </a:pPr>
                      <a:r>
                        <a:rPr sz="1400" b="1" spc="15" dirty="0">
                          <a:latin typeface="Arial"/>
                          <a:cs typeface="Arial"/>
                        </a:rPr>
                        <a:t>Bagging </a:t>
                      </a:r>
                      <a:r>
                        <a:rPr sz="1400" b="1" spc="20" dirty="0">
                          <a:latin typeface="Arial"/>
                          <a:cs typeface="Arial"/>
                        </a:rPr>
                        <a:t>(Round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10" dirty="0">
                          <a:latin typeface="Arial"/>
                          <a:cs typeface="Arial"/>
                        </a:rPr>
                        <a:t>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ts val="154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817">
                <a:tc>
                  <a:txBody>
                    <a:bodyPr/>
                    <a:lstStyle/>
                    <a:p>
                      <a:pPr marL="33020">
                        <a:lnSpc>
                          <a:spcPts val="1490"/>
                        </a:lnSpc>
                      </a:pPr>
                      <a:r>
                        <a:rPr sz="1400" b="1" spc="15" dirty="0">
                          <a:latin typeface="Arial"/>
                          <a:cs typeface="Arial"/>
                        </a:rPr>
                        <a:t>Bagging </a:t>
                      </a:r>
                      <a:r>
                        <a:rPr sz="1400" b="1" spc="20" dirty="0">
                          <a:latin typeface="Arial"/>
                          <a:cs typeface="Arial"/>
                        </a:rPr>
                        <a:t>(Round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10" dirty="0">
                          <a:latin typeface="Arial"/>
                          <a:cs typeface="Arial"/>
                        </a:rPr>
                        <a:t>3)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153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153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8</a:t>
                      </a: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53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1530"/>
                        </a:lnSpc>
                      </a:pPr>
                      <a:r>
                        <a:rPr sz="1400" spc="10" dirty="0">
                          <a:latin typeface="Arial"/>
                          <a:cs typeface="Arial"/>
                        </a:rPr>
                        <a:t>10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153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53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ts val="153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53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53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ts val="153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7</a:t>
                      </a: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7311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Bagging, continued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672" y="1900839"/>
            <a:ext cx="10515600" cy="4313693"/>
          </a:xfrm>
        </p:spPr>
        <p:txBody>
          <a:bodyPr>
            <a:normAutofit/>
          </a:bodyPr>
          <a:lstStyle/>
          <a:p>
            <a:r>
              <a:rPr lang="en-US" dirty="0"/>
              <a:t>Original data (</a:t>
            </a:r>
            <a:r>
              <a:rPr lang="en-US" i="1" dirty="0"/>
              <a:t>x</a:t>
            </a:r>
            <a:r>
              <a:rPr lang="en-US" dirty="0"/>
              <a:t>) and labels (</a:t>
            </a:r>
            <a:r>
              <a:rPr lang="en-US" i="1" dirty="0"/>
              <a:t>y</a:t>
            </a:r>
            <a:r>
              <a:rPr lang="en-US" dirty="0"/>
              <a:t>):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Bootstrap Samples: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Weak classifier: Decision Sump (1-level binary decision tree).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object 6"/>
          <p:cNvSpPr/>
          <p:nvPr/>
        </p:nvSpPr>
        <p:spPr>
          <a:xfrm>
            <a:off x="2885827" y="2618787"/>
            <a:ext cx="6146457" cy="639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/>
          <p:cNvSpPr/>
          <p:nvPr/>
        </p:nvSpPr>
        <p:spPr>
          <a:xfrm>
            <a:off x="2885827" y="3861127"/>
            <a:ext cx="6512569" cy="988272"/>
          </a:xfrm>
          <a:prstGeom prst="rect">
            <a:avLst/>
          </a:prstGeom>
          <a:blipFill>
            <a:blip r:embed="rId3" cstate="print"/>
            <a:srcRect/>
            <a:stretch>
              <a:fillRect r="-26023" b="-16801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74106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Bagging, continued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672" y="1900839"/>
            <a:ext cx="10515600" cy="4313693"/>
          </a:xfrm>
        </p:spPr>
        <p:txBody>
          <a:bodyPr>
            <a:normAutofit/>
          </a:bodyPr>
          <a:lstStyle/>
          <a:p>
            <a:r>
              <a:rPr lang="en-US" dirty="0"/>
              <a:t>Original data (</a:t>
            </a:r>
            <a:r>
              <a:rPr lang="en-US" i="1" dirty="0"/>
              <a:t>x</a:t>
            </a:r>
            <a:r>
              <a:rPr lang="en-US" dirty="0"/>
              <a:t>) and labels (</a:t>
            </a:r>
            <a:r>
              <a:rPr lang="en-US" i="1" dirty="0"/>
              <a:t>y</a:t>
            </a:r>
            <a:r>
              <a:rPr lang="en-US" dirty="0"/>
              <a:t>):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Bootstrap Samples: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Weak classifier: Decision Sump (1-level binary decision tree).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object 6"/>
          <p:cNvSpPr/>
          <p:nvPr/>
        </p:nvSpPr>
        <p:spPr>
          <a:xfrm>
            <a:off x="2885827" y="2618787"/>
            <a:ext cx="6146457" cy="639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/>
          <p:cNvSpPr/>
          <p:nvPr/>
        </p:nvSpPr>
        <p:spPr>
          <a:xfrm>
            <a:off x="2885827" y="3861127"/>
            <a:ext cx="8276544" cy="988272"/>
          </a:xfrm>
          <a:prstGeom prst="rect">
            <a:avLst/>
          </a:prstGeom>
          <a:blipFill>
            <a:blip r:embed="rId3" cstate="print"/>
            <a:srcRect/>
            <a:stretch>
              <a:fillRect r="836" b="-16801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4820" y="4057685"/>
            <a:ext cx="89209" cy="646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927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Bagging,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object 3"/>
          <p:cNvSpPr/>
          <p:nvPr/>
        </p:nvSpPr>
        <p:spPr>
          <a:xfrm>
            <a:off x="2190711" y="1727327"/>
            <a:ext cx="8213173" cy="42626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2000" y="2387600"/>
            <a:ext cx="8839200" cy="326813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32000" y="3474720"/>
            <a:ext cx="8371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Apply the classifier to the </a:t>
            </a:r>
            <a:r>
              <a:rPr lang="en-US" sz="2800" b="1" dirty="0"/>
              <a:t>original training dataset</a:t>
            </a:r>
            <a:r>
              <a:rPr lang="en-US" sz="2800" dirty="0"/>
              <a:t> (not the bootstrap sample).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39942" y="2545690"/>
            <a:ext cx="357355" cy="7214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5987223" y="4712849"/>
            <a:ext cx="357355" cy="7214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065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Bagging, continued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672" y="1900839"/>
            <a:ext cx="10515600" cy="4313693"/>
          </a:xfrm>
        </p:spPr>
        <p:txBody>
          <a:bodyPr>
            <a:normAutofit/>
          </a:bodyPr>
          <a:lstStyle/>
          <a:p>
            <a:r>
              <a:rPr lang="en-US" dirty="0"/>
              <a:t>Original data (x) and labels (y)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Bootstrap Samples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object 6"/>
          <p:cNvSpPr/>
          <p:nvPr/>
        </p:nvSpPr>
        <p:spPr>
          <a:xfrm>
            <a:off x="2885827" y="2618787"/>
            <a:ext cx="6146457" cy="639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/>
          <p:cNvSpPr/>
          <p:nvPr/>
        </p:nvSpPr>
        <p:spPr>
          <a:xfrm>
            <a:off x="2885827" y="3861127"/>
            <a:ext cx="8276544" cy="1896206"/>
          </a:xfrm>
          <a:prstGeom prst="rect">
            <a:avLst/>
          </a:prstGeom>
          <a:blipFill>
            <a:blip r:embed="rId3" cstate="print"/>
            <a:srcRect/>
            <a:stretch>
              <a:fillRect t="-1" r="836" b="-3968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4820" y="4057685"/>
            <a:ext cx="89209" cy="646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242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Bagging, continued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672" y="1900839"/>
            <a:ext cx="10515600" cy="4313693"/>
          </a:xfrm>
        </p:spPr>
        <p:txBody>
          <a:bodyPr>
            <a:normAutofit/>
          </a:bodyPr>
          <a:lstStyle/>
          <a:p>
            <a:r>
              <a:rPr lang="en-US" dirty="0"/>
              <a:t>Original data (x) and labels (y)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Bootstrap Samples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object 6"/>
          <p:cNvSpPr/>
          <p:nvPr/>
        </p:nvSpPr>
        <p:spPr>
          <a:xfrm>
            <a:off x="2885827" y="2618787"/>
            <a:ext cx="6146457" cy="639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/>
          <p:cNvSpPr/>
          <p:nvPr/>
        </p:nvSpPr>
        <p:spPr>
          <a:xfrm>
            <a:off x="2885827" y="3861127"/>
            <a:ext cx="8276544" cy="1896206"/>
          </a:xfrm>
          <a:prstGeom prst="rect">
            <a:avLst/>
          </a:prstGeom>
          <a:blipFill>
            <a:blip r:embed="rId3" cstate="print"/>
            <a:srcRect/>
            <a:stretch>
              <a:fillRect t="-1" r="836" b="-3968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4820" y="4057685"/>
            <a:ext cx="89209" cy="646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40552" y="5022886"/>
            <a:ext cx="89209" cy="646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088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Bagging,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object 3"/>
          <p:cNvSpPr/>
          <p:nvPr/>
        </p:nvSpPr>
        <p:spPr>
          <a:xfrm>
            <a:off x="2190711" y="1727327"/>
            <a:ext cx="8213173" cy="42626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2000" y="2624667"/>
            <a:ext cx="8839200" cy="30310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352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65683" y="5888736"/>
            <a:ext cx="2589581" cy="8631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/>
          <p:nvPr/>
        </p:nvSpPr>
        <p:spPr>
          <a:xfrm>
            <a:off x="1980648" y="776133"/>
            <a:ext cx="8063119" cy="5794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4672" y="47847"/>
            <a:ext cx="10515600" cy="518091"/>
          </a:xfrm>
          <a:prstGeom prst="rect">
            <a:avLst/>
          </a:prstGeom>
        </p:spPr>
        <p:txBody>
          <a:bodyPr spcFirstLastPara="1" vert="horz" wrap="square" lIns="0" tIns="12700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49170" algn="l"/>
              </a:tabLst>
            </a:pPr>
            <a:r>
              <a:rPr sz="3200" dirty="0">
                <a:solidFill>
                  <a:schemeClr val="bg2"/>
                </a:solidFill>
                <a:latin typeface="+mj-lt"/>
              </a:rPr>
              <a:t>Bagging</a:t>
            </a:r>
            <a:r>
              <a:rPr lang="en-US" sz="3200" dirty="0">
                <a:solidFill>
                  <a:schemeClr val="bg2"/>
                </a:solidFill>
                <a:latin typeface="+mj-lt"/>
              </a:rPr>
              <a:t>, c</a:t>
            </a:r>
            <a:r>
              <a:rPr sz="3200" spc="-5" dirty="0">
                <a:solidFill>
                  <a:schemeClr val="bg2"/>
                </a:solidFill>
                <a:latin typeface="+mj-lt"/>
              </a:rPr>
              <a:t>ontinued</a:t>
            </a:r>
          </a:p>
        </p:txBody>
      </p:sp>
      <p:sp>
        <p:nvSpPr>
          <p:cNvPr id="4" name="object 4"/>
          <p:cNvSpPr/>
          <p:nvPr/>
        </p:nvSpPr>
        <p:spPr>
          <a:xfrm>
            <a:off x="4191000" y="9144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1" y="533400"/>
                </a:lnTo>
              </a:path>
            </a:pathLst>
          </a:custGeom>
          <a:ln w="635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91000" y="18288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1" y="457200"/>
                </a:lnTo>
              </a:path>
            </a:pathLst>
          </a:custGeom>
          <a:ln w="635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800" y="26670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1" y="457200"/>
                </a:lnTo>
              </a:path>
            </a:pathLst>
          </a:custGeom>
          <a:ln w="635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34000" y="35052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1" y="457200"/>
                </a:lnTo>
              </a:path>
            </a:pathLst>
          </a:custGeom>
          <a:ln w="635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00800" y="43434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1" y="457200"/>
                </a:lnTo>
              </a:path>
            </a:pathLst>
          </a:custGeom>
          <a:ln w="635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00800" y="525780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1" y="381000"/>
                </a:lnTo>
              </a:path>
            </a:pathLst>
          </a:custGeom>
          <a:ln w="635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14600" y="60960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1" y="457200"/>
                </a:lnTo>
              </a:path>
            </a:pathLst>
          </a:custGeom>
          <a:ln w="635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8390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Bagging,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object 3"/>
          <p:cNvSpPr/>
          <p:nvPr/>
        </p:nvSpPr>
        <p:spPr>
          <a:xfrm>
            <a:off x="2190711" y="1727327"/>
            <a:ext cx="8213173" cy="42626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2000" y="5046133"/>
            <a:ext cx="88392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056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Bagging,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object 3"/>
          <p:cNvSpPr/>
          <p:nvPr/>
        </p:nvSpPr>
        <p:spPr>
          <a:xfrm>
            <a:off x="2190711" y="1727327"/>
            <a:ext cx="8213173" cy="42626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2000" y="5350933"/>
            <a:ext cx="8839200" cy="304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868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Bagging,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object 3"/>
          <p:cNvSpPr/>
          <p:nvPr/>
        </p:nvSpPr>
        <p:spPr>
          <a:xfrm>
            <a:off x="2190711" y="1727327"/>
            <a:ext cx="8213173" cy="42626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090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4"/>
          <p:cNvSpPr txBox="1">
            <a:spLocks noGrp="1"/>
          </p:cNvSpPr>
          <p:nvPr>
            <p:ph type="ctrTitle"/>
          </p:nvPr>
        </p:nvSpPr>
        <p:spPr>
          <a:xfrm>
            <a:off x="1658470" y="2300625"/>
            <a:ext cx="8875059" cy="19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9367" tIns="0" rIns="399367" bIns="0" anchor="ctr" anchorCtr="0">
            <a:noAutofit/>
          </a:bodyPr>
          <a:lstStyle/>
          <a:p>
            <a:pPr rtl="0"/>
            <a:r>
              <a:rPr lang="en-US" sz="7200" dirty="0"/>
              <a:t>Boosting</a:t>
            </a:r>
            <a:endParaRPr sz="720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3D578A9B-5A40-435D-B345-56C231592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5596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likely to sample instances that were </a:t>
            </a:r>
            <a:r>
              <a:rPr lang="en-US" b="1" dirty="0"/>
              <a:t>misclassified in previous rounds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Weight</a:t>
            </a:r>
            <a:r>
              <a:rPr lang="en-US" dirty="0"/>
              <a:t>: The likelihood of an instance being sampled.</a:t>
            </a:r>
            <a:endParaRPr lang="en-US" b="1" dirty="0"/>
          </a:p>
          <a:p>
            <a:pPr lvl="1"/>
            <a:r>
              <a:rPr lang="en-US" dirty="0"/>
              <a:t>Initially, all records are assigned equal weights.</a:t>
            </a:r>
          </a:p>
          <a:p>
            <a:pPr lvl="1"/>
            <a:r>
              <a:rPr lang="en-US" dirty="0"/>
              <a:t>Unlike bagging, weights may change at the end of the boosting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360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672" y="1466406"/>
            <a:ext cx="10515600" cy="5256127"/>
          </a:xfrm>
        </p:spPr>
        <p:txBody>
          <a:bodyPr>
            <a:normAutofit/>
          </a:bodyPr>
          <a:lstStyle/>
          <a:p>
            <a:pPr marL="125730" indent="0">
              <a:buNone/>
            </a:pPr>
            <a:r>
              <a:rPr lang="en-US" b="1" dirty="0"/>
              <a:t>Key Insight: </a:t>
            </a:r>
            <a:r>
              <a:rPr lang="en-US" dirty="0"/>
              <a:t>Sample intelligently, not randomly!</a:t>
            </a:r>
            <a:endParaRPr lang="en-US" b="1" dirty="0"/>
          </a:p>
          <a:p>
            <a:r>
              <a:rPr lang="en-US" dirty="0"/>
              <a:t>Records that are wrongly classified will have their weights increased, and vice versa.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Example 4 is hard to classify.</a:t>
            </a:r>
          </a:p>
          <a:p>
            <a:pPr lvl="1"/>
            <a:r>
              <a:rPr lang="en-US" dirty="0"/>
              <a:t>Its weight is increased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more likely to be sampled in subsequent 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55</a:t>
            </a:fld>
            <a:endParaRPr lang="en-US"/>
          </a:p>
        </p:txBody>
      </p:sp>
      <p:graphicFrame>
        <p:nvGraphicFramePr>
          <p:cNvPr id="5" name="object 2"/>
          <p:cNvGraphicFramePr>
            <a:graphicFrameLocks noGrp="1"/>
          </p:cNvGraphicFramePr>
          <p:nvPr/>
        </p:nvGraphicFramePr>
        <p:xfrm>
          <a:off x="1469135" y="3193711"/>
          <a:ext cx="9035412" cy="105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63604">
                <a:tc>
                  <a:txBody>
                    <a:bodyPr/>
                    <a:lstStyle/>
                    <a:p>
                      <a:pPr marL="40640">
                        <a:lnSpc>
                          <a:spcPts val="1864"/>
                        </a:lnSpc>
                      </a:pPr>
                      <a:r>
                        <a:rPr sz="1650" b="1" spc="5" dirty="0">
                          <a:latin typeface="Arial"/>
                          <a:cs typeface="Arial"/>
                        </a:rPr>
                        <a:t>Original</a:t>
                      </a:r>
                      <a:r>
                        <a:rPr sz="165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50" b="1" spc="5" dirty="0">
                          <a:latin typeface="Arial"/>
                          <a:cs typeface="Arial"/>
                        </a:rPr>
                        <a:t>Data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25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1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925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2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925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3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25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4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25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5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25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6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25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7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1925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8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25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9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ts val="1925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10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807">
                <a:tc>
                  <a:txBody>
                    <a:bodyPr/>
                    <a:lstStyle/>
                    <a:p>
                      <a:pPr marL="40640">
                        <a:lnSpc>
                          <a:spcPts val="1870"/>
                        </a:lnSpc>
                      </a:pPr>
                      <a:r>
                        <a:rPr sz="1650" b="1" spc="10" dirty="0">
                          <a:latin typeface="Arial"/>
                          <a:cs typeface="Arial"/>
                        </a:rPr>
                        <a:t>Boosting (Round</a:t>
                      </a:r>
                      <a:r>
                        <a:rPr sz="165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50" b="1" spc="5" dirty="0">
                          <a:latin typeface="Arial"/>
                          <a:cs typeface="Arial"/>
                        </a:rPr>
                        <a:t>1)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7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3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2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8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7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9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4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10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6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3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38">
                <a:tc>
                  <a:txBody>
                    <a:bodyPr/>
                    <a:lstStyle/>
                    <a:p>
                      <a:pPr marL="40640">
                        <a:lnSpc>
                          <a:spcPts val="1870"/>
                        </a:lnSpc>
                      </a:pPr>
                      <a:r>
                        <a:rPr sz="1650" b="1" spc="10" dirty="0">
                          <a:latin typeface="Arial"/>
                          <a:cs typeface="Arial"/>
                        </a:rPr>
                        <a:t>Boosting (Round</a:t>
                      </a:r>
                      <a:r>
                        <a:rPr sz="165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50" b="1" spc="5" dirty="0">
                          <a:latin typeface="Arial"/>
                          <a:cs typeface="Arial"/>
                        </a:rPr>
                        <a:t>2)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5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4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9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4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2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5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1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7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4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2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811">
                <a:tc>
                  <a:txBody>
                    <a:bodyPr/>
                    <a:lstStyle/>
                    <a:p>
                      <a:pPr marL="40640">
                        <a:lnSpc>
                          <a:spcPts val="1870"/>
                        </a:lnSpc>
                      </a:pPr>
                      <a:r>
                        <a:rPr sz="1650" b="1" spc="10" dirty="0">
                          <a:latin typeface="Arial"/>
                          <a:cs typeface="Arial"/>
                        </a:rPr>
                        <a:t>Boosting (Round</a:t>
                      </a:r>
                      <a:r>
                        <a:rPr sz="165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50" b="1" spc="5" dirty="0">
                          <a:latin typeface="Arial"/>
                          <a:cs typeface="Arial"/>
                        </a:rPr>
                        <a:t>3)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4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4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8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10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4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5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9715" algn="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4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6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3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930"/>
                        </a:lnSpc>
                      </a:pPr>
                      <a:r>
                        <a:rPr sz="1650" dirty="0"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962400" y="3908892"/>
            <a:ext cx="302260" cy="341630"/>
          </a:xfrm>
          <a:custGeom>
            <a:avLst/>
            <a:gdLst/>
            <a:ahLst/>
            <a:cxnLst/>
            <a:rect l="l" t="t" r="r" b="b"/>
            <a:pathLst>
              <a:path w="302260" h="341629">
                <a:moveTo>
                  <a:pt x="0" y="170600"/>
                </a:moveTo>
                <a:lnTo>
                  <a:pt x="5389" y="125248"/>
                </a:lnTo>
                <a:lnTo>
                  <a:pt x="20600" y="84495"/>
                </a:lnTo>
                <a:lnTo>
                  <a:pt x="44193" y="49967"/>
                </a:lnTo>
                <a:lnTo>
                  <a:pt x="74730" y="23292"/>
                </a:lnTo>
                <a:lnTo>
                  <a:pt x="110774" y="6094"/>
                </a:lnTo>
                <a:lnTo>
                  <a:pt x="150886" y="0"/>
                </a:lnTo>
                <a:lnTo>
                  <a:pt x="190997" y="6094"/>
                </a:lnTo>
                <a:lnTo>
                  <a:pt x="227041" y="23292"/>
                </a:lnTo>
                <a:lnTo>
                  <a:pt x="257578" y="49967"/>
                </a:lnTo>
                <a:lnTo>
                  <a:pt x="281171" y="84495"/>
                </a:lnTo>
                <a:lnTo>
                  <a:pt x="296382" y="125248"/>
                </a:lnTo>
                <a:lnTo>
                  <a:pt x="301772" y="170600"/>
                </a:lnTo>
                <a:lnTo>
                  <a:pt x="296382" y="215953"/>
                </a:lnTo>
                <a:lnTo>
                  <a:pt x="281171" y="256706"/>
                </a:lnTo>
                <a:lnTo>
                  <a:pt x="257578" y="291234"/>
                </a:lnTo>
                <a:lnTo>
                  <a:pt x="227041" y="317909"/>
                </a:lnTo>
                <a:lnTo>
                  <a:pt x="190997" y="335107"/>
                </a:lnTo>
                <a:lnTo>
                  <a:pt x="150886" y="341201"/>
                </a:lnTo>
                <a:lnTo>
                  <a:pt x="110774" y="335107"/>
                </a:lnTo>
                <a:lnTo>
                  <a:pt x="74730" y="317909"/>
                </a:lnTo>
                <a:lnTo>
                  <a:pt x="44193" y="291234"/>
                </a:lnTo>
                <a:lnTo>
                  <a:pt x="20600" y="256706"/>
                </a:lnTo>
                <a:lnTo>
                  <a:pt x="5389" y="215953"/>
                </a:lnTo>
                <a:lnTo>
                  <a:pt x="0" y="170600"/>
                </a:lnTo>
                <a:close/>
              </a:path>
            </a:pathLst>
          </a:custGeom>
          <a:ln w="327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1073" y="3985092"/>
            <a:ext cx="302260" cy="341630"/>
          </a:xfrm>
          <a:custGeom>
            <a:avLst/>
            <a:gdLst/>
            <a:ahLst/>
            <a:cxnLst/>
            <a:rect l="l" t="t" r="r" b="b"/>
            <a:pathLst>
              <a:path w="302260" h="341629">
                <a:moveTo>
                  <a:pt x="0" y="170600"/>
                </a:moveTo>
                <a:lnTo>
                  <a:pt x="5389" y="125248"/>
                </a:lnTo>
                <a:lnTo>
                  <a:pt x="20600" y="84495"/>
                </a:lnTo>
                <a:lnTo>
                  <a:pt x="44193" y="49967"/>
                </a:lnTo>
                <a:lnTo>
                  <a:pt x="74730" y="23292"/>
                </a:lnTo>
                <a:lnTo>
                  <a:pt x="110774" y="6094"/>
                </a:lnTo>
                <a:lnTo>
                  <a:pt x="150886" y="0"/>
                </a:lnTo>
                <a:lnTo>
                  <a:pt x="190997" y="6094"/>
                </a:lnTo>
                <a:lnTo>
                  <a:pt x="227041" y="23292"/>
                </a:lnTo>
                <a:lnTo>
                  <a:pt x="257578" y="49967"/>
                </a:lnTo>
                <a:lnTo>
                  <a:pt x="281171" y="84495"/>
                </a:lnTo>
                <a:lnTo>
                  <a:pt x="296382" y="125248"/>
                </a:lnTo>
                <a:lnTo>
                  <a:pt x="301772" y="170600"/>
                </a:lnTo>
                <a:lnTo>
                  <a:pt x="296382" y="215953"/>
                </a:lnTo>
                <a:lnTo>
                  <a:pt x="281171" y="256706"/>
                </a:lnTo>
                <a:lnTo>
                  <a:pt x="257578" y="291234"/>
                </a:lnTo>
                <a:lnTo>
                  <a:pt x="227041" y="317909"/>
                </a:lnTo>
                <a:lnTo>
                  <a:pt x="190997" y="335107"/>
                </a:lnTo>
                <a:lnTo>
                  <a:pt x="150886" y="341201"/>
                </a:lnTo>
                <a:lnTo>
                  <a:pt x="110774" y="335107"/>
                </a:lnTo>
                <a:lnTo>
                  <a:pt x="74730" y="317909"/>
                </a:lnTo>
                <a:lnTo>
                  <a:pt x="44193" y="291234"/>
                </a:lnTo>
                <a:lnTo>
                  <a:pt x="20600" y="256706"/>
                </a:lnTo>
                <a:lnTo>
                  <a:pt x="5389" y="215953"/>
                </a:lnTo>
                <a:lnTo>
                  <a:pt x="0" y="170600"/>
                </a:lnTo>
                <a:close/>
              </a:path>
            </a:pathLst>
          </a:custGeom>
          <a:ln w="327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29400" y="3945469"/>
            <a:ext cx="302260" cy="341630"/>
          </a:xfrm>
          <a:custGeom>
            <a:avLst/>
            <a:gdLst/>
            <a:ahLst/>
            <a:cxnLst/>
            <a:rect l="l" t="t" r="r" b="b"/>
            <a:pathLst>
              <a:path w="302260" h="341629">
                <a:moveTo>
                  <a:pt x="0" y="170600"/>
                </a:moveTo>
                <a:lnTo>
                  <a:pt x="5389" y="125248"/>
                </a:lnTo>
                <a:lnTo>
                  <a:pt x="20600" y="84495"/>
                </a:lnTo>
                <a:lnTo>
                  <a:pt x="44193" y="49967"/>
                </a:lnTo>
                <a:lnTo>
                  <a:pt x="74730" y="23292"/>
                </a:lnTo>
                <a:lnTo>
                  <a:pt x="110774" y="6094"/>
                </a:lnTo>
                <a:lnTo>
                  <a:pt x="150886" y="0"/>
                </a:lnTo>
                <a:lnTo>
                  <a:pt x="190997" y="6094"/>
                </a:lnTo>
                <a:lnTo>
                  <a:pt x="227041" y="23292"/>
                </a:lnTo>
                <a:lnTo>
                  <a:pt x="257578" y="49967"/>
                </a:lnTo>
                <a:lnTo>
                  <a:pt x="281171" y="84495"/>
                </a:lnTo>
                <a:lnTo>
                  <a:pt x="296382" y="125248"/>
                </a:lnTo>
                <a:lnTo>
                  <a:pt x="301772" y="170600"/>
                </a:lnTo>
                <a:lnTo>
                  <a:pt x="296382" y="215953"/>
                </a:lnTo>
                <a:lnTo>
                  <a:pt x="281171" y="256706"/>
                </a:lnTo>
                <a:lnTo>
                  <a:pt x="257578" y="291234"/>
                </a:lnTo>
                <a:lnTo>
                  <a:pt x="227041" y="317909"/>
                </a:lnTo>
                <a:lnTo>
                  <a:pt x="190997" y="335107"/>
                </a:lnTo>
                <a:lnTo>
                  <a:pt x="150886" y="341201"/>
                </a:lnTo>
                <a:lnTo>
                  <a:pt x="110774" y="335107"/>
                </a:lnTo>
                <a:lnTo>
                  <a:pt x="74730" y="317909"/>
                </a:lnTo>
                <a:lnTo>
                  <a:pt x="44193" y="291234"/>
                </a:lnTo>
                <a:lnTo>
                  <a:pt x="20600" y="256706"/>
                </a:lnTo>
                <a:lnTo>
                  <a:pt x="5389" y="215953"/>
                </a:lnTo>
                <a:lnTo>
                  <a:pt x="0" y="170600"/>
                </a:lnTo>
                <a:close/>
              </a:path>
            </a:pathLst>
          </a:custGeom>
          <a:ln w="327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03874" y="3908892"/>
            <a:ext cx="302260" cy="341630"/>
          </a:xfrm>
          <a:custGeom>
            <a:avLst/>
            <a:gdLst/>
            <a:ahLst/>
            <a:cxnLst/>
            <a:rect l="l" t="t" r="r" b="b"/>
            <a:pathLst>
              <a:path w="302259" h="341629">
                <a:moveTo>
                  <a:pt x="0" y="170600"/>
                </a:moveTo>
                <a:lnTo>
                  <a:pt x="5389" y="125248"/>
                </a:lnTo>
                <a:lnTo>
                  <a:pt x="20600" y="84495"/>
                </a:lnTo>
                <a:lnTo>
                  <a:pt x="44193" y="49967"/>
                </a:lnTo>
                <a:lnTo>
                  <a:pt x="74730" y="23292"/>
                </a:lnTo>
                <a:lnTo>
                  <a:pt x="110774" y="6094"/>
                </a:lnTo>
                <a:lnTo>
                  <a:pt x="150886" y="0"/>
                </a:lnTo>
                <a:lnTo>
                  <a:pt x="190997" y="6094"/>
                </a:lnTo>
                <a:lnTo>
                  <a:pt x="227041" y="23292"/>
                </a:lnTo>
                <a:lnTo>
                  <a:pt x="257578" y="49967"/>
                </a:lnTo>
                <a:lnTo>
                  <a:pt x="281171" y="84495"/>
                </a:lnTo>
                <a:lnTo>
                  <a:pt x="296382" y="125248"/>
                </a:lnTo>
                <a:lnTo>
                  <a:pt x="301772" y="170600"/>
                </a:lnTo>
                <a:lnTo>
                  <a:pt x="296382" y="215953"/>
                </a:lnTo>
                <a:lnTo>
                  <a:pt x="281171" y="256706"/>
                </a:lnTo>
                <a:lnTo>
                  <a:pt x="257578" y="291234"/>
                </a:lnTo>
                <a:lnTo>
                  <a:pt x="227041" y="317909"/>
                </a:lnTo>
                <a:lnTo>
                  <a:pt x="190997" y="335107"/>
                </a:lnTo>
                <a:lnTo>
                  <a:pt x="150886" y="341201"/>
                </a:lnTo>
                <a:lnTo>
                  <a:pt x="110774" y="335107"/>
                </a:lnTo>
                <a:lnTo>
                  <a:pt x="74730" y="317909"/>
                </a:lnTo>
                <a:lnTo>
                  <a:pt x="44193" y="291234"/>
                </a:lnTo>
                <a:lnTo>
                  <a:pt x="20600" y="256706"/>
                </a:lnTo>
                <a:lnTo>
                  <a:pt x="5389" y="215953"/>
                </a:lnTo>
                <a:lnTo>
                  <a:pt x="0" y="170600"/>
                </a:lnTo>
                <a:close/>
              </a:path>
            </a:pathLst>
          </a:custGeom>
          <a:ln w="327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061274" y="3908892"/>
            <a:ext cx="302260" cy="341630"/>
          </a:xfrm>
          <a:custGeom>
            <a:avLst/>
            <a:gdLst/>
            <a:ahLst/>
            <a:cxnLst/>
            <a:rect l="l" t="t" r="r" b="b"/>
            <a:pathLst>
              <a:path w="302259" h="341629">
                <a:moveTo>
                  <a:pt x="0" y="170600"/>
                </a:moveTo>
                <a:lnTo>
                  <a:pt x="5389" y="125248"/>
                </a:lnTo>
                <a:lnTo>
                  <a:pt x="20600" y="84495"/>
                </a:lnTo>
                <a:lnTo>
                  <a:pt x="44193" y="49967"/>
                </a:lnTo>
                <a:lnTo>
                  <a:pt x="74730" y="23292"/>
                </a:lnTo>
                <a:lnTo>
                  <a:pt x="110774" y="6094"/>
                </a:lnTo>
                <a:lnTo>
                  <a:pt x="150886" y="0"/>
                </a:lnTo>
                <a:lnTo>
                  <a:pt x="190997" y="6094"/>
                </a:lnTo>
                <a:lnTo>
                  <a:pt x="227041" y="23292"/>
                </a:lnTo>
                <a:lnTo>
                  <a:pt x="257578" y="49967"/>
                </a:lnTo>
                <a:lnTo>
                  <a:pt x="281171" y="84495"/>
                </a:lnTo>
                <a:lnTo>
                  <a:pt x="296382" y="125248"/>
                </a:lnTo>
                <a:lnTo>
                  <a:pt x="301772" y="170600"/>
                </a:lnTo>
                <a:lnTo>
                  <a:pt x="296382" y="215953"/>
                </a:lnTo>
                <a:lnTo>
                  <a:pt x="281171" y="256706"/>
                </a:lnTo>
                <a:lnTo>
                  <a:pt x="257578" y="291234"/>
                </a:lnTo>
                <a:lnTo>
                  <a:pt x="227041" y="317909"/>
                </a:lnTo>
                <a:lnTo>
                  <a:pt x="190997" y="335107"/>
                </a:lnTo>
                <a:lnTo>
                  <a:pt x="150886" y="341201"/>
                </a:lnTo>
                <a:lnTo>
                  <a:pt x="110774" y="335107"/>
                </a:lnTo>
                <a:lnTo>
                  <a:pt x="74730" y="317909"/>
                </a:lnTo>
                <a:lnTo>
                  <a:pt x="44193" y="291234"/>
                </a:lnTo>
                <a:lnTo>
                  <a:pt x="20600" y="256706"/>
                </a:lnTo>
                <a:lnTo>
                  <a:pt x="5389" y="215953"/>
                </a:lnTo>
                <a:lnTo>
                  <a:pt x="0" y="170600"/>
                </a:lnTo>
                <a:close/>
              </a:path>
            </a:pathLst>
          </a:custGeom>
          <a:ln w="327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01000" y="3399369"/>
            <a:ext cx="302260" cy="341630"/>
          </a:xfrm>
          <a:custGeom>
            <a:avLst/>
            <a:gdLst/>
            <a:ahLst/>
            <a:cxnLst/>
            <a:rect l="l" t="t" r="r" b="b"/>
            <a:pathLst>
              <a:path w="302259" h="341629">
                <a:moveTo>
                  <a:pt x="0" y="170600"/>
                </a:moveTo>
                <a:lnTo>
                  <a:pt x="5389" y="125248"/>
                </a:lnTo>
                <a:lnTo>
                  <a:pt x="20600" y="84495"/>
                </a:lnTo>
                <a:lnTo>
                  <a:pt x="44193" y="49967"/>
                </a:lnTo>
                <a:lnTo>
                  <a:pt x="74730" y="23292"/>
                </a:lnTo>
                <a:lnTo>
                  <a:pt x="110774" y="6094"/>
                </a:lnTo>
                <a:lnTo>
                  <a:pt x="150886" y="0"/>
                </a:lnTo>
                <a:lnTo>
                  <a:pt x="190997" y="6094"/>
                </a:lnTo>
                <a:lnTo>
                  <a:pt x="227041" y="23292"/>
                </a:lnTo>
                <a:lnTo>
                  <a:pt x="257578" y="49967"/>
                </a:lnTo>
                <a:lnTo>
                  <a:pt x="281171" y="84495"/>
                </a:lnTo>
                <a:lnTo>
                  <a:pt x="296382" y="125248"/>
                </a:lnTo>
                <a:lnTo>
                  <a:pt x="301772" y="170600"/>
                </a:lnTo>
                <a:lnTo>
                  <a:pt x="296382" y="215953"/>
                </a:lnTo>
                <a:lnTo>
                  <a:pt x="281171" y="256706"/>
                </a:lnTo>
                <a:lnTo>
                  <a:pt x="257578" y="291234"/>
                </a:lnTo>
                <a:lnTo>
                  <a:pt x="227041" y="317909"/>
                </a:lnTo>
                <a:lnTo>
                  <a:pt x="190997" y="335107"/>
                </a:lnTo>
                <a:lnTo>
                  <a:pt x="150886" y="341201"/>
                </a:lnTo>
                <a:lnTo>
                  <a:pt x="110774" y="335107"/>
                </a:lnTo>
                <a:lnTo>
                  <a:pt x="74730" y="317909"/>
                </a:lnTo>
                <a:lnTo>
                  <a:pt x="44193" y="291234"/>
                </a:lnTo>
                <a:lnTo>
                  <a:pt x="20600" y="256706"/>
                </a:lnTo>
                <a:lnTo>
                  <a:pt x="5389" y="215953"/>
                </a:lnTo>
                <a:lnTo>
                  <a:pt x="0" y="170600"/>
                </a:lnTo>
                <a:close/>
              </a:path>
            </a:pathLst>
          </a:custGeom>
          <a:ln w="327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51073" y="3667592"/>
            <a:ext cx="302260" cy="341630"/>
          </a:xfrm>
          <a:custGeom>
            <a:avLst/>
            <a:gdLst/>
            <a:ahLst/>
            <a:cxnLst/>
            <a:rect l="l" t="t" r="r" b="b"/>
            <a:pathLst>
              <a:path w="302260" h="341629">
                <a:moveTo>
                  <a:pt x="0" y="170600"/>
                </a:moveTo>
                <a:lnTo>
                  <a:pt x="5389" y="125248"/>
                </a:lnTo>
                <a:lnTo>
                  <a:pt x="20600" y="84495"/>
                </a:lnTo>
                <a:lnTo>
                  <a:pt x="44193" y="49967"/>
                </a:lnTo>
                <a:lnTo>
                  <a:pt x="74730" y="23292"/>
                </a:lnTo>
                <a:lnTo>
                  <a:pt x="110774" y="6094"/>
                </a:lnTo>
                <a:lnTo>
                  <a:pt x="150886" y="0"/>
                </a:lnTo>
                <a:lnTo>
                  <a:pt x="190997" y="6094"/>
                </a:lnTo>
                <a:lnTo>
                  <a:pt x="227041" y="23292"/>
                </a:lnTo>
                <a:lnTo>
                  <a:pt x="257578" y="49967"/>
                </a:lnTo>
                <a:lnTo>
                  <a:pt x="281171" y="84495"/>
                </a:lnTo>
                <a:lnTo>
                  <a:pt x="296382" y="125248"/>
                </a:lnTo>
                <a:lnTo>
                  <a:pt x="301772" y="170600"/>
                </a:lnTo>
                <a:lnTo>
                  <a:pt x="296382" y="215953"/>
                </a:lnTo>
                <a:lnTo>
                  <a:pt x="281171" y="256706"/>
                </a:lnTo>
                <a:lnTo>
                  <a:pt x="257578" y="291234"/>
                </a:lnTo>
                <a:lnTo>
                  <a:pt x="227041" y="317909"/>
                </a:lnTo>
                <a:lnTo>
                  <a:pt x="190997" y="335107"/>
                </a:lnTo>
                <a:lnTo>
                  <a:pt x="150886" y="341201"/>
                </a:lnTo>
                <a:lnTo>
                  <a:pt x="110774" y="335107"/>
                </a:lnTo>
                <a:lnTo>
                  <a:pt x="74730" y="317909"/>
                </a:lnTo>
                <a:lnTo>
                  <a:pt x="44193" y="291234"/>
                </a:lnTo>
                <a:lnTo>
                  <a:pt x="20600" y="256706"/>
                </a:lnTo>
                <a:lnTo>
                  <a:pt x="5389" y="215953"/>
                </a:lnTo>
                <a:lnTo>
                  <a:pt x="0" y="170600"/>
                </a:lnTo>
                <a:close/>
              </a:path>
            </a:pathLst>
          </a:custGeom>
          <a:ln w="327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46473" y="3667592"/>
            <a:ext cx="302260" cy="341630"/>
          </a:xfrm>
          <a:custGeom>
            <a:avLst/>
            <a:gdLst/>
            <a:ahLst/>
            <a:cxnLst/>
            <a:rect l="l" t="t" r="r" b="b"/>
            <a:pathLst>
              <a:path w="302260" h="341629">
                <a:moveTo>
                  <a:pt x="0" y="170600"/>
                </a:moveTo>
                <a:lnTo>
                  <a:pt x="5389" y="125248"/>
                </a:lnTo>
                <a:lnTo>
                  <a:pt x="20600" y="84495"/>
                </a:lnTo>
                <a:lnTo>
                  <a:pt x="44193" y="49967"/>
                </a:lnTo>
                <a:lnTo>
                  <a:pt x="74730" y="23292"/>
                </a:lnTo>
                <a:lnTo>
                  <a:pt x="110774" y="6094"/>
                </a:lnTo>
                <a:lnTo>
                  <a:pt x="150886" y="0"/>
                </a:lnTo>
                <a:lnTo>
                  <a:pt x="190997" y="6094"/>
                </a:lnTo>
                <a:lnTo>
                  <a:pt x="227041" y="23292"/>
                </a:lnTo>
                <a:lnTo>
                  <a:pt x="257578" y="49967"/>
                </a:lnTo>
                <a:lnTo>
                  <a:pt x="281171" y="84495"/>
                </a:lnTo>
                <a:lnTo>
                  <a:pt x="296382" y="125248"/>
                </a:lnTo>
                <a:lnTo>
                  <a:pt x="301772" y="170600"/>
                </a:lnTo>
                <a:lnTo>
                  <a:pt x="296382" y="215953"/>
                </a:lnTo>
                <a:lnTo>
                  <a:pt x="281171" y="256706"/>
                </a:lnTo>
                <a:lnTo>
                  <a:pt x="257578" y="291234"/>
                </a:lnTo>
                <a:lnTo>
                  <a:pt x="227041" y="317909"/>
                </a:lnTo>
                <a:lnTo>
                  <a:pt x="190997" y="335107"/>
                </a:lnTo>
                <a:lnTo>
                  <a:pt x="150886" y="341201"/>
                </a:lnTo>
                <a:lnTo>
                  <a:pt x="110774" y="335107"/>
                </a:lnTo>
                <a:lnTo>
                  <a:pt x="74730" y="317909"/>
                </a:lnTo>
                <a:lnTo>
                  <a:pt x="44193" y="291234"/>
                </a:lnTo>
                <a:lnTo>
                  <a:pt x="20600" y="256706"/>
                </a:lnTo>
                <a:lnTo>
                  <a:pt x="5389" y="215953"/>
                </a:lnTo>
                <a:lnTo>
                  <a:pt x="0" y="170600"/>
                </a:lnTo>
                <a:close/>
              </a:path>
            </a:pathLst>
          </a:custGeom>
          <a:ln w="327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75474" y="3667592"/>
            <a:ext cx="302260" cy="341630"/>
          </a:xfrm>
          <a:custGeom>
            <a:avLst/>
            <a:gdLst/>
            <a:ahLst/>
            <a:cxnLst/>
            <a:rect l="l" t="t" r="r" b="b"/>
            <a:pathLst>
              <a:path w="302259" h="341629">
                <a:moveTo>
                  <a:pt x="0" y="170600"/>
                </a:moveTo>
                <a:lnTo>
                  <a:pt x="5389" y="125248"/>
                </a:lnTo>
                <a:lnTo>
                  <a:pt x="20600" y="84495"/>
                </a:lnTo>
                <a:lnTo>
                  <a:pt x="44193" y="49967"/>
                </a:lnTo>
                <a:lnTo>
                  <a:pt x="74730" y="23292"/>
                </a:lnTo>
                <a:lnTo>
                  <a:pt x="110774" y="6094"/>
                </a:lnTo>
                <a:lnTo>
                  <a:pt x="150886" y="0"/>
                </a:lnTo>
                <a:lnTo>
                  <a:pt x="190997" y="6094"/>
                </a:lnTo>
                <a:lnTo>
                  <a:pt x="227041" y="23292"/>
                </a:lnTo>
                <a:lnTo>
                  <a:pt x="257578" y="49967"/>
                </a:lnTo>
                <a:lnTo>
                  <a:pt x="281171" y="84495"/>
                </a:lnTo>
                <a:lnTo>
                  <a:pt x="296382" y="125248"/>
                </a:lnTo>
                <a:lnTo>
                  <a:pt x="301772" y="170600"/>
                </a:lnTo>
                <a:lnTo>
                  <a:pt x="296382" y="215953"/>
                </a:lnTo>
                <a:lnTo>
                  <a:pt x="281171" y="256706"/>
                </a:lnTo>
                <a:lnTo>
                  <a:pt x="257578" y="291234"/>
                </a:lnTo>
                <a:lnTo>
                  <a:pt x="227041" y="317909"/>
                </a:lnTo>
                <a:lnTo>
                  <a:pt x="190997" y="335107"/>
                </a:lnTo>
                <a:lnTo>
                  <a:pt x="150886" y="341201"/>
                </a:lnTo>
                <a:lnTo>
                  <a:pt x="110774" y="335107"/>
                </a:lnTo>
                <a:lnTo>
                  <a:pt x="74730" y="317909"/>
                </a:lnTo>
                <a:lnTo>
                  <a:pt x="44193" y="291234"/>
                </a:lnTo>
                <a:lnTo>
                  <a:pt x="20600" y="256706"/>
                </a:lnTo>
                <a:lnTo>
                  <a:pt x="5389" y="215953"/>
                </a:lnTo>
                <a:lnTo>
                  <a:pt x="0" y="170600"/>
                </a:lnTo>
                <a:close/>
              </a:path>
            </a:pathLst>
          </a:custGeom>
          <a:ln w="3275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23641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032284" y="2609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9C3B033-5C79-4D8B-81E7-6725F548CA61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5" name="object 3"/>
          <p:cNvSpPr/>
          <p:nvPr/>
        </p:nvSpPr>
        <p:spPr>
          <a:xfrm>
            <a:off x="3530596" y="5036604"/>
            <a:ext cx="3002915" cy="517525"/>
          </a:xfrm>
          <a:custGeom>
            <a:avLst/>
            <a:gdLst/>
            <a:ahLst/>
            <a:cxnLst/>
            <a:rect l="l" t="t" r="r" b="b"/>
            <a:pathLst>
              <a:path w="3002915" h="517525">
                <a:moveTo>
                  <a:pt x="483036" y="0"/>
                </a:moveTo>
                <a:lnTo>
                  <a:pt x="2519433" y="0"/>
                </a:lnTo>
                <a:lnTo>
                  <a:pt x="2580023" y="2016"/>
                </a:lnTo>
                <a:lnTo>
                  <a:pt x="2638368" y="7902"/>
                </a:lnTo>
                <a:lnTo>
                  <a:pt x="2694015" y="17417"/>
                </a:lnTo>
                <a:lnTo>
                  <a:pt x="2746510" y="30318"/>
                </a:lnTo>
                <a:lnTo>
                  <a:pt x="2795401" y="46361"/>
                </a:lnTo>
                <a:lnTo>
                  <a:pt x="2840236" y="65305"/>
                </a:lnTo>
                <a:lnTo>
                  <a:pt x="2880561" y="86908"/>
                </a:lnTo>
                <a:lnTo>
                  <a:pt x="2915924" y="110925"/>
                </a:lnTo>
                <a:lnTo>
                  <a:pt x="2945873" y="137116"/>
                </a:lnTo>
                <a:lnTo>
                  <a:pt x="2987716" y="195048"/>
                </a:lnTo>
                <a:lnTo>
                  <a:pt x="3002469" y="258762"/>
                </a:lnTo>
                <a:lnTo>
                  <a:pt x="2998705" y="291221"/>
                </a:lnTo>
                <a:lnTo>
                  <a:pt x="2969955" y="352286"/>
                </a:lnTo>
                <a:lnTo>
                  <a:pt x="2915924" y="406599"/>
                </a:lnTo>
                <a:lnTo>
                  <a:pt x="2880561" y="430616"/>
                </a:lnTo>
                <a:lnTo>
                  <a:pt x="2840236" y="452219"/>
                </a:lnTo>
                <a:lnTo>
                  <a:pt x="2795401" y="471163"/>
                </a:lnTo>
                <a:lnTo>
                  <a:pt x="2746510" y="487206"/>
                </a:lnTo>
                <a:lnTo>
                  <a:pt x="2694015" y="500107"/>
                </a:lnTo>
                <a:lnTo>
                  <a:pt x="2638368" y="509622"/>
                </a:lnTo>
                <a:lnTo>
                  <a:pt x="2580023" y="515508"/>
                </a:lnTo>
                <a:lnTo>
                  <a:pt x="2519433" y="517525"/>
                </a:lnTo>
                <a:lnTo>
                  <a:pt x="483036" y="517525"/>
                </a:lnTo>
                <a:lnTo>
                  <a:pt x="422445" y="515508"/>
                </a:lnTo>
                <a:lnTo>
                  <a:pt x="364100" y="509622"/>
                </a:lnTo>
                <a:lnTo>
                  <a:pt x="308453" y="500107"/>
                </a:lnTo>
                <a:lnTo>
                  <a:pt x="255958" y="487206"/>
                </a:lnTo>
                <a:lnTo>
                  <a:pt x="207067" y="471163"/>
                </a:lnTo>
                <a:lnTo>
                  <a:pt x="162232" y="452219"/>
                </a:lnTo>
                <a:lnTo>
                  <a:pt x="121907" y="430616"/>
                </a:lnTo>
                <a:lnTo>
                  <a:pt x="86543" y="406599"/>
                </a:lnTo>
                <a:lnTo>
                  <a:pt x="56595" y="380408"/>
                </a:lnTo>
                <a:lnTo>
                  <a:pt x="14752" y="322476"/>
                </a:lnTo>
                <a:lnTo>
                  <a:pt x="0" y="258762"/>
                </a:lnTo>
                <a:lnTo>
                  <a:pt x="3763" y="226303"/>
                </a:lnTo>
                <a:lnTo>
                  <a:pt x="32513" y="165238"/>
                </a:lnTo>
                <a:lnTo>
                  <a:pt x="86543" y="110925"/>
                </a:lnTo>
                <a:lnTo>
                  <a:pt x="121907" y="86908"/>
                </a:lnTo>
                <a:lnTo>
                  <a:pt x="162232" y="65305"/>
                </a:lnTo>
                <a:lnTo>
                  <a:pt x="207067" y="46361"/>
                </a:lnTo>
                <a:lnTo>
                  <a:pt x="255958" y="30318"/>
                </a:lnTo>
                <a:lnTo>
                  <a:pt x="308453" y="17417"/>
                </a:lnTo>
                <a:lnTo>
                  <a:pt x="364100" y="7902"/>
                </a:lnTo>
                <a:lnTo>
                  <a:pt x="422445" y="2016"/>
                </a:lnTo>
                <a:lnTo>
                  <a:pt x="483036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/>
          <p:cNvSpPr txBox="1"/>
          <p:nvPr/>
        </p:nvSpPr>
        <p:spPr>
          <a:xfrm>
            <a:off x="3752654" y="5064955"/>
            <a:ext cx="2558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chemeClr val="bg2"/>
                </a:solidFill>
                <a:latin typeface="Arial"/>
                <a:cs typeface="Arial"/>
              </a:rPr>
              <a:t>Weighted</a:t>
            </a:r>
            <a:r>
              <a:rPr sz="2400" b="1" spc="-80" dirty="0">
                <a:solidFill>
                  <a:srgbClr val="0F34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Sample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3835396" y="2071156"/>
            <a:ext cx="2551430" cy="466725"/>
          </a:xfrm>
          <a:custGeom>
            <a:avLst/>
            <a:gdLst/>
            <a:ahLst/>
            <a:cxnLst/>
            <a:rect l="l" t="t" r="r" b="b"/>
            <a:pathLst>
              <a:path w="2551430" h="466725">
                <a:moveTo>
                  <a:pt x="410422" y="0"/>
                </a:moveTo>
                <a:lnTo>
                  <a:pt x="2140691" y="0"/>
                </a:lnTo>
                <a:lnTo>
                  <a:pt x="2201340" y="2530"/>
                </a:lnTo>
                <a:lnTo>
                  <a:pt x="2259226" y="9880"/>
                </a:lnTo>
                <a:lnTo>
                  <a:pt x="2313714" y="21689"/>
                </a:lnTo>
                <a:lnTo>
                  <a:pt x="2364170" y="37596"/>
                </a:lnTo>
                <a:lnTo>
                  <a:pt x="2409958" y="57239"/>
                </a:lnTo>
                <a:lnTo>
                  <a:pt x="2450443" y="80259"/>
                </a:lnTo>
                <a:lnTo>
                  <a:pt x="2484991" y="106294"/>
                </a:lnTo>
                <a:lnTo>
                  <a:pt x="2512967" y="134982"/>
                </a:lnTo>
                <a:lnTo>
                  <a:pt x="2546663" y="198877"/>
                </a:lnTo>
                <a:lnTo>
                  <a:pt x="2551113" y="233362"/>
                </a:lnTo>
                <a:lnTo>
                  <a:pt x="2546663" y="267847"/>
                </a:lnTo>
                <a:lnTo>
                  <a:pt x="2512967" y="331742"/>
                </a:lnTo>
                <a:lnTo>
                  <a:pt x="2484991" y="360430"/>
                </a:lnTo>
                <a:lnTo>
                  <a:pt x="2450443" y="386465"/>
                </a:lnTo>
                <a:lnTo>
                  <a:pt x="2409958" y="409485"/>
                </a:lnTo>
                <a:lnTo>
                  <a:pt x="2364170" y="429128"/>
                </a:lnTo>
                <a:lnTo>
                  <a:pt x="2313714" y="445035"/>
                </a:lnTo>
                <a:lnTo>
                  <a:pt x="2259226" y="456844"/>
                </a:lnTo>
                <a:lnTo>
                  <a:pt x="2201340" y="464194"/>
                </a:lnTo>
                <a:lnTo>
                  <a:pt x="2140691" y="466725"/>
                </a:lnTo>
                <a:lnTo>
                  <a:pt x="410422" y="466725"/>
                </a:lnTo>
                <a:lnTo>
                  <a:pt x="349772" y="464194"/>
                </a:lnTo>
                <a:lnTo>
                  <a:pt x="291886" y="456844"/>
                </a:lnTo>
                <a:lnTo>
                  <a:pt x="237398" y="445035"/>
                </a:lnTo>
                <a:lnTo>
                  <a:pt x="186942" y="429128"/>
                </a:lnTo>
                <a:lnTo>
                  <a:pt x="141155" y="409485"/>
                </a:lnTo>
                <a:lnTo>
                  <a:pt x="100669" y="386465"/>
                </a:lnTo>
                <a:lnTo>
                  <a:pt x="66121" y="360430"/>
                </a:lnTo>
                <a:lnTo>
                  <a:pt x="38145" y="331742"/>
                </a:lnTo>
                <a:lnTo>
                  <a:pt x="4450" y="267847"/>
                </a:lnTo>
                <a:lnTo>
                  <a:pt x="0" y="233362"/>
                </a:lnTo>
                <a:lnTo>
                  <a:pt x="4450" y="198877"/>
                </a:lnTo>
                <a:lnTo>
                  <a:pt x="38145" y="134982"/>
                </a:lnTo>
                <a:lnTo>
                  <a:pt x="66121" y="106294"/>
                </a:lnTo>
                <a:lnTo>
                  <a:pt x="100669" y="80259"/>
                </a:lnTo>
                <a:lnTo>
                  <a:pt x="141155" y="57239"/>
                </a:lnTo>
                <a:lnTo>
                  <a:pt x="186942" y="37596"/>
                </a:lnTo>
                <a:lnTo>
                  <a:pt x="237398" y="21689"/>
                </a:lnTo>
                <a:lnTo>
                  <a:pt x="291886" y="9880"/>
                </a:lnTo>
                <a:lnTo>
                  <a:pt x="349772" y="2530"/>
                </a:lnTo>
                <a:lnTo>
                  <a:pt x="410422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/>
          <p:cNvSpPr txBox="1"/>
          <p:nvPr/>
        </p:nvSpPr>
        <p:spPr>
          <a:xfrm>
            <a:off x="3922359" y="2100492"/>
            <a:ext cx="2377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Training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Sample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7"/>
          <p:cNvSpPr/>
          <p:nvPr/>
        </p:nvSpPr>
        <p:spPr>
          <a:xfrm>
            <a:off x="3835397" y="2887131"/>
            <a:ext cx="2667000" cy="450850"/>
          </a:xfrm>
          <a:custGeom>
            <a:avLst/>
            <a:gdLst/>
            <a:ahLst/>
            <a:cxnLst/>
            <a:rect l="l" t="t" r="r" b="b"/>
            <a:pathLst>
              <a:path w="2667000" h="450850">
                <a:moveTo>
                  <a:pt x="429066" y="0"/>
                </a:moveTo>
                <a:lnTo>
                  <a:pt x="2237934" y="0"/>
                </a:lnTo>
                <a:lnTo>
                  <a:pt x="2301338" y="2444"/>
                </a:lnTo>
                <a:lnTo>
                  <a:pt x="2361854" y="9544"/>
                </a:lnTo>
                <a:lnTo>
                  <a:pt x="2418817" y="20951"/>
                </a:lnTo>
                <a:lnTo>
                  <a:pt x="2471565" y="36317"/>
                </a:lnTo>
                <a:lnTo>
                  <a:pt x="2519433" y="55292"/>
                </a:lnTo>
                <a:lnTo>
                  <a:pt x="2561757" y="77529"/>
                </a:lnTo>
                <a:lnTo>
                  <a:pt x="2597874" y="102678"/>
                </a:lnTo>
                <a:lnTo>
                  <a:pt x="2627121" y="130391"/>
                </a:lnTo>
                <a:lnTo>
                  <a:pt x="2662347" y="192113"/>
                </a:lnTo>
                <a:lnTo>
                  <a:pt x="2667000" y="225425"/>
                </a:lnTo>
                <a:lnTo>
                  <a:pt x="2662347" y="258736"/>
                </a:lnTo>
                <a:lnTo>
                  <a:pt x="2627121" y="320458"/>
                </a:lnTo>
                <a:lnTo>
                  <a:pt x="2597874" y="348171"/>
                </a:lnTo>
                <a:lnTo>
                  <a:pt x="2561757" y="373320"/>
                </a:lnTo>
                <a:lnTo>
                  <a:pt x="2519433" y="395557"/>
                </a:lnTo>
                <a:lnTo>
                  <a:pt x="2471565" y="414532"/>
                </a:lnTo>
                <a:lnTo>
                  <a:pt x="2418817" y="429898"/>
                </a:lnTo>
                <a:lnTo>
                  <a:pt x="2361854" y="441305"/>
                </a:lnTo>
                <a:lnTo>
                  <a:pt x="2301338" y="448405"/>
                </a:lnTo>
                <a:lnTo>
                  <a:pt x="2237934" y="450850"/>
                </a:lnTo>
                <a:lnTo>
                  <a:pt x="429066" y="450850"/>
                </a:lnTo>
                <a:lnTo>
                  <a:pt x="365661" y="448405"/>
                </a:lnTo>
                <a:lnTo>
                  <a:pt x="305146" y="441305"/>
                </a:lnTo>
                <a:lnTo>
                  <a:pt x="248182" y="429898"/>
                </a:lnTo>
                <a:lnTo>
                  <a:pt x="195435" y="414532"/>
                </a:lnTo>
                <a:lnTo>
                  <a:pt x="147567" y="395557"/>
                </a:lnTo>
                <a:lnTo>
                  <a:pt x="105242" y="373320"/>
                </a:lnTo>
                <a:lnTo>
                  <a:pt x="69125" y="348171"/>
                </a:lnTo>
                <a:lnTo>
                  <a:pt x="39878" y="320458"/>
                </a:lnTo>
                <a:lnTo>
                  <a:pt x="4652" y="258736"/>
                </a:lnTo>
                <a:lnTo>
                  <a:pt x="0" y="225425"/>
                </a:lnTo>
                <a:lnTo>
                  <a:pt x="4652" y="192113"/>
                </a:lnTo>
                <a:lnTo>
                  <a:pt x="39878" y="130391"/>
                </a:lnTo>
                <a:lnTo>
                  <a:pt x="69125" y="102678"/>
                </a:lnTo>
                <a:lnTo>
                  <a:pt x="105242" y="77529"/>
                </a:lnTo>
                <a:lnTo>
                  <a:pt x="147567" y="55292"/>
                </a:lnTo>
                <a:lnTo>
                  <a:pt x="195435" y="36317"/>
                </a:lnTo>
                <a:lnTo>
                  <a:pt x="248182" y="20951"/>
                </a:lnTo>
                <a:lnTo>
                  <a:pt x="305146" y="9544"/>
                </a:lnTo>
                <a:lnTo>
                  <a:pt x="365661" y="2444"/>
                </a:lnTo>
                <a:lnTo>
                  <a:pt x="42906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/>
          <p:cNvSpPr txBox="1"/>
          <p:nvPr/>
        </p:nvSpPr>
        <p:spPr>
          <a:xfrm>
            <a:off x="3889721" y="2908530"/>
            <a:ext cx="2558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chemeClr val="bg2"/>
                </a:solidFill>
                <a:latin typeface="Arial"/>
                <a:cs typeface="Arial"/>
              </a:rPr>
              <a:t>Weighted</a:t>
            </a:r>
            <a:r>
              <a:rPr sz="2400" b="1" spc="-80" dirty="0">
                <a:solidFill>
                  <a:srgbClr val="0F34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Sample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1" name="object 9"/>
          <p:cNvSpPr/>
          <p:nvPr/>
        </p:nvSpPr>
        <p:spPr>
          <a:xfrm>
            <a:off x="6568598" y="5193449"/>
            <a:ext cx="577215" cy="85725"/>
          </a:xfrm>
          <a:custGeom>
            <a:avLst/>
            <a:gdLst/>
            <a:ahLst/>
            <a:cxnLst/>
            <a:rect l="l" t="t" r="r" b="b"/>
            <a:pathLst>
              <a:path w="577214" h="85725">
                <a:moveTo>
                  <a:pt x="545164" y="57118"/>
                </a:moveTo>
                <a:lnTo>
                  <a:pt x="491529" y="57118"/>
                </a:lnTo>
                <a:lnTo>
                  <a:pt x="492472" y="85678"/>
                </a:lnTo>
                <a:lnTo>
                  <a:pt x="545164" y="57118"/>
                </a:lnTo>
                <a:close/>
              </a:path>
              <a:path w="577214" h="85725">
                <a:moveTo>
                  <a:pt x="489640" y="0"/>
                </a:moveTo>
                <a:lnTo>
                  <a:pt x="490585" y="28558"/>
                </a:lnTo>
                <a:lnTo>
                  <a:pt x="0" y="44776"/>
                </a:lnTo>
                <a:lnTo>
                  <a:pt x="944" y="73336"/>
                </a:lnTo>
                <a:lnTo>
                  <a:pt x="491529" y="57118"/>
                </a:lnTo>
                <a:lnTo>
                  <a:pt x="545164" y="57118"/>
                </a:lnTo>
                <a:lnTo>
                  <a:pt x="576734" y="40006"/>
                </a:lnTo>
                <a:lnTo>
                  <a:pt x="489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/>
          <p:cNvSpPr/>
          <p:nvPr/>
        </p:nvSpPr>
        <p:spPr>
          <a:xfrm>
            <a:off x="6611423" y="3104539"/>
            <a:ext cx="577215" cy="85725"/>
          </a:xfrm>
          <a:custGeom>
            <a:avLst/>
            <a:gdLst/>
            <a:ahLst/>
            <a:cxnLst/>
            <a:rect l="l" t="t" r="r" b="b"/>
            <a:pathLst>
              <a:path w="577214" h="85725">
                <a:moveTo>
                  <a:pt x="544977" y="57113"/>
                </a:moveTo>
                <a:lnTo>
                  <a:pt x="491614" y="57113"/>
                </a:lnTo>
                <a:lnTo>
                  <a:pt x="492636" y="85669"/>
                </a:lnTo>
                <a:lnTo>
                  <a:pt x="544977" y="57113"/>
                </a:lnTo>
                <a:close/>
              </a:path>
              <a:path w="577214" h="85725">
                <a:moveTo>
                  <a:pt x="489568" y="0"/>
                </a:moveTo>
                <a:lnTo>
                  <a:pt x="490592" y="28555"/>
                </a:lnTo>
                <a:lnTo>
                  <a:pt x="0" y="46126"/>
                </a:lnTo>
                <a:lnTo>
                  <a:pt x="1022" y="74682"/>
                </a:lnTo>
                <a:lnTo>
                  <a:pt x="491614" y="57113"/>
                </a:lnTo>
                <a:lnTo>
                  <a:pt x="544977" y="57113"/>
                </a:lnTo>
                <a:lnTo>
                  <a:pt x="576773" y="39766"/>
                </a:lnTo>
                <a:lnTo>
                  <a:pt x="4895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/>
          <p:cNvSpPr/>
          <p:nvPr/>
        </p:nvSpPr>
        <p:spPr>
          <a:xfrm>
            <a:off x="6530713" y="2312425"/>
            <a:ext cx="614680" cy="85725"/>
          </a:xfrm>
          <a:custGeom>
            <a:avLst/>
            <a:gdLst/>
            <a:ahLst/>
            <a:cxnLst/>
            <a:rect l="l" t="t" r="r" b="b"/>
            <a:pathLst>
              <a:path w="614679" h="85725">
                <a:moveTo>
                  <a:pt x="584331" y="57141"/>
                </a:moveTo>
                <a:lnTo>
                  <a:pt x="529168" y="57141"/>
                </a:lnTo>
                <a:lnTo>
                  <a:pt x="529685" y="85711"/>
                </a:lnTo>
                <a:lnTo>
                  <a:pt x="584331" y="57141"/>
                </a:lnTo>
                <a:close/>
              </a:path>
              <a:path w="614679" h="85725">
                <a:moveTo>
                  <a:pt x="528134" y="0"/>
                </a:moveTo>
                <a:lnTo>
                  <a:pt x="528651" y="28571"/>
                </a:lnTo>
                <a:lnTo>
                  <a:pt x="0" y="38133"/>
                </a:lnTo>
                <a:lnTo>
                  <a:pt x="515" y="66704"/>
                </a:lnTo>
                <a:lnTo>
                  <a:pt x="529168" y="57141"/>
                </a:lnTo>
                <a:lnTo>
                  <a:pt x="584331" y="57141"/>
                </a:lnTo>
                <a:lnTo>
                  <a:pt x="614620" y="41305"/>
                </a:lnTo>
                <a:lnTo>
                  <a:pt x="5281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2"/>
          <p:cNvSpPr/>
          <p:nvPr/>
        </p:nvSpPr>
        <p:spPr>
          <a:xfrm>
            <a:off x="5345108" y="2416273"/>
            <a:ext cx="1695450" cy="548640"/>
          </a:xfrm>
          <a:custGeom>
            <a:avLst/>
            <a:gdLst/>
            <a:ahLst/>
            <a:cxnLst/>
            <a:rect l="l" t="t" r="r" b="b"/>
            <a:pathLst>
              <a:path w="1695450" h="548639">
                <a:moveTo>
                  <a:pt x="69368" y="466633"/>
                </a:moveTo>
                <a:lnTo>
                  <a:pt x="0" y="532770"/>
                </a:lnTo>
                <a:lnTo>
                  <a:pt x="94529" y="548582"/>
                </a:lnTo>
                <a:lnTo>
                  <a:pt x="86142" y="521266"/>
                </a:lnTo>
                <a:lnTo>
                  <a:pt x="175109" y="493949"/>
                </a:lnTo>
                <a:lnTo>
                  <a:pt x="77755" y="493949"/>
                </a:lnTo>
                <a:lnTo>
                  <a:pt x="69368" y="466633"/>
                </a:lnTo>
                <a:close/>
              </a:path>
              <a:path w="1695450" h="548639">
                <a:moveTo>
                  <a:pt x="1686493" y="0"/>
                </a:moveTo>
                <a:lnTo>
                  <a:pt x="77755" y="493949"/>
                </a:lnTo>
                <a:lnTo>
                  <a:pt x="175109" y="493949"/>
                </a:lnTo>
                <a:lnTo>
                  <a:pt x="1694881" y="27315"/>
                </a:lnTo>
                <a:lnTo>
                  <a:pt x="16864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3"/>
          <p:cNvSpPr/>
          <p:nvPr/>
        </p:nvSpPr>
        <p:spPr>
          <a:xfrm>
            <a:off x="5241604" y="3360788"/>
            <a:ext cx="85725" cy="603250"/>
          </a:xfrm>
          <a:custGeom>
            <a:avLst/>
            <a:gdLst/>
            <a:ahLst/>
            <a:cxnLst/>
            <a:rect l="l" t="t" r="r" b="b"/>
            <a:pathLst>
              <a:path w="85725" h="603250">
                <a:moveTo>
                  <a:pt x="0" y="516317"/>
                </a:moveTo>
                <a:lnTo>
                  <a:pt x="41591" y="602665"/>
                </a:lnTo>
                <a:lnTo>
                  <a:pt x="85716" y="517583"/>
                </a:lnTo>
                <a:lnTo>
                  <a:pt x="57143" y="517161"/>
                </a:lnTo>
                <a:lnTo>
                  <a:pt x="57149" y="516738"/>
                </a:lnTo>
                <a:lnTo>
                  <a:pt x="28572" y="516738"/>
                </a:lnTo>
                <a:lnTo>
                  <a:pt x="0" y="516317"/>
                </a:lnTo>
                <a:close/>
              </a:path>
              <a:path w="85725" h="603250">
                <a:moveTo>
                  <a:pt x="36208" y="0"/>
                </a:moveTo>
                <a:lnTo>
                  <a:pt x="28572" y="516738"/>
                </a:lnTo>
                <a:lnTo>
                  <a:pt x="57149" y="516738"/>
                </a:lnTo>
                <a:lnTo>
                  <a:pt x="64781" y="421"/>
                </a:lnTo>
                <a:lnTo>
                  <a:pt x="362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4"/>
          <p:cNvSpPr/>
          <p:nvPr/>
        </p:nvSpPr>
        <p:spPr>
          <a:xfrm>
            <a:off x="5248021" y="4410927"/>
            <a:ext cx="85725" cy="626110"/>
          </a:xfrm>
          <a:custGeom>
            <a:avLst/>
            <a:gdLst/>
            <a:ahLst/>
            <a:cxnLst/>
            <a:rect l="l" t="t" r="r" b="b"/>
            <a:pathLst>
              <a:path w="85725" h="626110">
                <a:moveTo>
                  <a:pt x="49460" y="0"/>
                </a:moveTo>
                <a:lnTo>
                  <a:pt x="20887" y="406"/>
                </a:lnTo>
                <a:lnTo>
                  <a:pt x="28571" y="540164"/>
                </a:lnTo>
                <a:lnTo>
                  <a:pt x="0" y="540570"/>
                </a:lnTo>
                <a:lnTo>
                  <a:pt x="44077" y="625676"/>
                </a:lnTo>
                <a:lnTo>
                  <a:pt x="85520" y="539757"/>
                </a:lnTo>
                <a:lnTo>
                  <a:pt x="57143" y="539757"/>
                </a:lnTo>
                <a:lnTo>
                  <a:pt x="49460" y="0"/>
                </a:lnTo>
                <a:close/>
              </a:path>
              <a:path w="85725" h="626110">
                <a:moveTo>
                  <a:pt x="85716" y="539351"/>
                </a:moveTo>
                <a:lnTo>
                  <a:pt x="57143" y="539757"/>
                </a:lnTo>
                <a:lnTo>
                  <a:pt x="85520" y="539757"/>
                </a:lnTo>
                <a:lnTo>
                  <a:pt x="85716" y="53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5"/>
          <p:cNvSpPr txBox="1"/>
          <p:nvPr/>
        </p:nvSpPr>
        <p:spPr>
          <a:xfrm>
            <a:off x="5174293" y="3974040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6"/>
          <p:cNvSpPr/>
          <p:nvPr/>
        </p:nvSpPr>
        <p:spPr>
          <a:xfrm>
            <a:off x="7639233" y="2338125"/>
            <a:ext cx="1450975" cy="1024255"/>
          </a:xfrm>
          <a:custGeom>
            <a:avLst/>
            <a:gdLst/>
            <a:ahLst/>
            <a:cxnLst/>
            <a:rect l="l" t="t" r="r" b="b"/>
            <a:pathLst>
              <a:path w="1450975" h="1024255">
                <a:moveTo>
                  <a:pt x="21850" y="0"/>
                </a:moveTo>
                <a:lnTo>
                  <a:pt x="0" y="31211"/>
                </a:lnTo>
                <a:lnTo>
                  <a:pt x="1346227" y="973720"/>
                </a:lnTo>
                <a:lnTo>
                  <a:pt x="1324376" y="1004931"/>
                </a:lnTo>
                <a:lnTo>
                  <a:pt x="1450787" y="1023668"/>
                </a:lnTo>
                <a:lnTo>
                  <a:pt x="1406832" y="942508"/>
                </a:lnTo>
                <a:lnTo>
                  <a:pt x="1368079" y="942508"/>
                </a:lnTo>
                <a:lnTo>
                  <a:pt x="21850" y="0"/>
                </a:lnTo>
                <a:close/>
              </a:path>
              <a:path w="1450975" h="1024255">
                <a:moveTo>
                  <a:pt x="1389929" y="911298"/>
                </a:moveTo>
                <a:lnTo>
                  <a:pt x="1368079" y="942508"/>
                </a:lnTo>
                <a:lnTo>
                  <a:pt x="1406832" y="942508"/>
                </a:lnTo>
                <a:lnTo>
                  <a:pt x="1389929" y="9112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7"/>
          <p:cNvSpPr/>
          <p:nvPr/>
        </p:nvSpPr>
        <p:spPr>
          <a:xfrm>
            <a:off x="7648047" y="3269836"/>
            <a:ext cx="1297940" cy="207645"/>
          </a:xfrm>
          <a:custGeom>
            <a:avLst/>
            <a:gdLst/>
            <a:ahLst/>
            <a:cxnLst/>
            <a:rect l="l" t="t" r="r" b="b"/>
            <a:pathLst>
              <a:path w="1297939" h="207645">
                <a:moveTo>
                  <a:pt x="4222" y="0"/>
                </a:moveTo>
                <a:lnTo>
                  <a:pt x="0" y="37865"/>
                </a:lnTo>
                <a:lnTo>
                  <a:pt x="1181803" y="169659"/>
                </a:lnTo>
                <a:lnTo>
                  <a:pt x="1177580" y="207524"/>
                </a:lnTo>
                <a:lnTo>
                  <a:pt x="1297510" y="163394"/>
                </a:lnTo>
                <a:lnTo>
                  <a:pt x="1248717" y="131794"/>
                </a:lnTo>
                <a:lnTo>
                  <a:pt x="1186026" y="131794"/>
                </a:lnTo>
                <a:lnTo>
                  <a:pt x="4222" y="0"/>
                </a:lnTo>
                <a:close/>
              </a:path>
              <a:path w="1297939" h="207645">
                <a:moveTo>
                  <a:pt x="1190249" y="93927"/>
                </a:moveTo>
                <a:lnTo>
                  <a:pt x="1186026" y="131794"/>
                </a:lnTo>
                <a:lnTo>
                  <a:pt x="1248717" y="131794"/>
                </a:lnTo>
                <a:lnTo>
                  <a:pt x="1190249" y="93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8"/>
          <p:cNvSpPr/>
          <p:nvPr/>
        </p:nvSpPr>
        <p:spPr>
          <a:xfrm>
            <a:off x="7777714" y="3577693"/>
            <a:ext cx="1239520" cy="1667510"/>
          </a:xfrm>
          <a:custGeom>
            <a:avLst/>
            <a:gdLst/>
            <a:ahLst/>
            <a:cxnLst/>
            <a:rect l="l" t="t" r="r" b="b"/>
            <a:pathLst>
              <a:path w="1239520" h="1667510">
                <a:moveTo>
                  <a:pt x="1239281" y="0"/>
                </a:moveTo>
                <a:lnTo>
                  <a:pt x="1125380" y="57942"/>
                </a:lnTo>
                <a:lnTo>
                  <a:pt x="1156018" y="80590"/>
                </a:lnTo>
                <a:lnTo>
                  <a:pt x="0" y="1644437"/>
                </a:lnTo>
                <a:lnTo>
                  <a:pt x="30638" y="1667087"/>
                </a:lnTo>
                <a:lnTo>
                  <a:pt x="1186656" y="103238"/>
                </a:lnTo>
                <a:lnTo>
                  <a:pt x="1221249" y="103238"/>
                </a:lnTo>
                <a:lnTo>
                  <a:pt x="1239281" y="0"/>
                </a:lnTo>
                <a:close/>
              </a:path>
              <a:path w="1239520" h="1667510">
                <a:moveTo>
                  <a:pt x="1221249" y="103238"/>
                </a:moveTo>
                <a:lnTo>
                  <a:pt x="1186656" y="103238"/>
                </a:lnTo>
                <a:lnTo>
                  <a:pt x="1217293" y="125886"/>
                </a:lnTo>
                <a:lnTo>
                  <a:pt x="1221249" y="1032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/>
          <p:cNvSpPr txBox="1"/>
          <p:nvPr/>
        </p:nvSpPr>
        <p:spPr>
          <a:xfrm>
            <a:off x="9313224" y="3055596"/>
            <a:ext cx="2120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Arial"/>
                <a:cs typeface="Arial"/>
              </a:rPr>
              <a:t>f</a:t>
            </a:r>
            <a:endParaRPr sz="4400">
              <a:latin typeface="Arial"/>
              <a:cs typeface="Arial"/>
            </a:endParaRPr>
          </a:p>
        </p:txBody>
      </p:sp>
      <p:sp>
        <p:nvSpPr>
          <p:cNvPr id="22" name="object 20"/>
          <p:cNvSpPr txBox="1"/>
          <p:nvPr/>
        </p:nvSpPr>
        <p:spPr>
          <a:xfrm>
            <a:off x="6628761" y="1742353"/>
            <a:ext cx="906780" cy="80962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400" b="1" dirty="0">
                <a:latin typeface="Arial"/>
                <a:cs typeface="Arial"/>
              </a:rPr>
              <a:t>ML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10"/>
              </a:spcBef>
            </a:pPr>
            <a:r>
              <a:rPr sz="2400" b="1" dirty="0">
                <a:latin typeface="Arial"/>
                <a:cs typeface="Arial"/>
              </a:rPr>
              <a:t>f</a:t>
            </a:r>
            <a:r>
              <a:rPr sz="2400" b="1" baseline="-19097" dirty="0">
                <a:latin typeface="Arial"/>
                <a:cs typeface="Arial"/>
              </a:rPr>
              <a:t>1</a:t>
            </a:r>
            <a:endParaRPr sz="2400" baseline="-19097">
              <a:latin typeface="Arial"/>
              <a:cs typeface="Arial"/>
            </a:endParaRPr>
          </a:p>
        </p:txBody>
      </p:sp>
      <p:sp>
        <p:nvSpPr>
          <p:cNvPr id="23" name="object 21"/>
          <p:cNvSpPr txBox="1"/>
          <p:nvPr/>
        </p:nvSpPr>
        <p:spPr>
          <a:xfrm>
            <a:off x="6700199" y="4740699"/>
            <a:ext cx="775335" cy="69024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400" b="1" dirty="0">
                <a:latin typeface="Arial"/>
                <a:cs typeface="Arial"/>
              </a:rPr>
              <a:t>ML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3600" b="1" baseline="-39351" dirty="0">
                <a:latin typeface="Arial"/>
                <a:cs typeface="Arial"/>
              </a:rPr>
              <a:t>f</a:t>
            </a:r>
            <a:endParaRPr sz="3600" baseline="-39351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75"/>
              </a:spcBef>
            </a:pPr>
            <a:r>
              <a:rPr lang="en-US" sz="1600" b="1" dirty="0">
                <a:latin typeface="Arial"/>
                <a:cs typeface="Arial"/>
              </a:rPr>
              <a:t>M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4" name="object 22"/>
          <p:cNvSpPr/>
          <p:nvPr/>
        </p:nvSpPr>
        <p:spPr>
          <a:xfrm>
            <a:off x="5240332" y="2582331"/>
            <a:ext cx="85725" cy="381000"/>
          </a:xfrm>
          <a:custGeom>
            <a:avLst/>
            <a:gdLst/>
            <a:ahLst/>
            <a:cxnLst/>
            <a:rect l="l" t="t" r="r" b="b"/>
            <a:pathLst>
              <a:path w="85725" h="381000">
                <a:moveTo>
                  <a:pt x="85725" y="295275"/>
                </a:moveTo>
                <a:lnTo>
                  <a:pt x="0" y="295275"/>
                </a:lnTo>
                <a:lnTo>
                  <a:pt x="42862" y="381000"/>
                </a:lnTo>
                <a:lnTo>
                  <a:pt x="85725" y="295275"/>
                </a:lnTo>
                <a:close/>
              </a:path>
              <a:path w="85725" h="381000">
                <a:moveTo>
                  <a:pt x="57151" y="0"/>
                </a:moveTo>
                <a:lnTo>
                  <a:pt x="28576" y="0"/>
                </a:lnTo>
                <a:lnTo>
                  <a:pt x="28575" y="295275"/>
                </a:lnTo>
                <a:lnTo>
                  <a:pt x="57150" y="295275"/>
                </a:lnTo>
                <a:lnTo>
                  <a:pt x="571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3"/>
          <p:cNvSpPr/>
          <p:nvPr/>
        </p:nvSpPr>
        <p:spPr>
          <a:xfrm>
            <a:off x="5401637" y="3254783"/>
            <a:ext cx="1729739" cy="681355"/>
          </a:xfrm>
          <a:custGeom>
            <a:avLst/>
            <a:gdLst/>
            <a:ahLst/>
            <a:cxnLst/>
            <a:rect l="l" t="t" r="r" b="b"/>
            <a:pathLst>
              <a:path w="1729739" h="681354">
                <a:moveTo>
                  <a:pt x="64804" y="601049"/>
                </a:moveTo>
                <a:lnTo>
                  <a:pt x="0" y="671663"/>
                </a:lnTo>
                <a:lnTo>
                  <a:pt x="95374" y="681137"/>
                </a:lnTo>
                <a:lnTo>
                  <a:pt x="85183" y="654441"/>
                </a:lnTo>
                <a:lnTo>
                  <a:pt x="155123" y="627744"/>
                </a:lnTo>
                <a:lnTo>
                  <a:pt x="74994" y="627744"/>
                </a:lnTo>
                <a:lnTo>
                  <a:pt x="64804" y="601049"/>
                </a:lnTo>
                <a:close/>
              </a:path>
              <a:path w="1729739" h="681354">
                <a:moveTo>
                  <a:pt x="1719550" y="0"/>
                </a:moveTo>
                <a:lnTo>
                  <a:pt x="74994" y="627744"/>
                </a:lnTo>
                <a:lnTo>
                  <a:pt x="155123" y="627744"/>
                </a:lnTo>
                <a:lnTo>
                  <a:pt x="1729741" y="26695"/>
                </a:lnTo>
                <a:lnTo>
                  <a:pt x="1719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4"/>
          <p:cNvSpPr/>
          <p:nvPr/>
        </p:nvSpPr>
        <p:spPr>
          <a:xfrm>
            <a:off x="5511796" y="4397473"/>
            <a:ext cx="1695450" cy="548640"/>
          </a:xfrm>
          <a:custGeom>
            <a:avLst/>
            <a:gdLst/>
            <a:ahLst/>
            <a:cxnLst/>
            <a:rect l="l" t="t" r="r" b="b"/>
            <a:pathLst>
              <a:path w="1695450" h="548639">
                <a:moveTo>
                  <a:pt x="69368" y="466634"/>
                </a:moveTo>
                <a:lnTo>
                  <a:pt x="0" y="532770"/>
                </a:lnTo>
                <a:lnTo>
                  <a:pt x="94529" y="548582"/>
                </a:lnTo>
                <a:lnTo>
                  <a:pt x="86142" y="521266"/>
                </a:lnTo>
                <a:lnTo>
                  <a:pt x="175109" y="493949"/>
                </a:lnTo>
                <a:lnTo>
                  <a:pt x="77755" y="493949"/>
                </a:lnTo>
                <a:lnTo>
                  <a:pt x="69368" y="466634"/>
                </a:lnTo>
                <a:close/>
              </a:path>
              <a:path w="1695450" h="548639">
                <a:moveTo>
                  <a:pt x="1686493" y="0"/>
                </a:moveTo>
                <a:lnTo>
                  <a:pt x="77755" y="493949"/>
                </a:lnTo>
                <a:lnTo>
                  <a:pt x="175109" y="493949"/>
                </a:lnTo>
                <a:lnTo>
                  <a:pt x="1694881" y="27315"/>
                </a:lnTo>
                <a:lnTo>
                  <a:pt x="16864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5"/>
          <p:cNvSpPr txBox="1"/>
          <p:nvPr/>
        </p:nvSpPr>
        <p:spPr>
          <a:xfrm>
            <a:off x="6634925" y="2661971"/>
            <a:ext cx="829310" cy="702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65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ML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ts val="2665"/>
              </a:lnSpc>
            </a:pPr>
            <a:r>
              <a:rPr sz="2400" b="1" dirty="0">
                <a:latin typeface="Arial"/>
                <a:cs typeface="Arial"/>
              </a:rPr>
              <a:t>f</a:t>
            </a:r>
            <a:r>
              <a:rPr sz="2400" b="1" baseline="-19097" dirty="0">
                <a:latin typeface="Arial"/>
                <a:cs typeface="Arial"/>
              </a:rPr>
              <a:t>2</a:t>
            </a:r>
            <a:endParaRPr sz="2400" baseline="-1909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72219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17B78C6E-2A15-FCEF-FA3C-E260BF590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70F92AAE-AC38-7238-80BD-7653F2BF7CC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6625" y="1524000"/>
            <a:ext cx="12192000" cy="202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25" tIns="0" rIns="548625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200"/>
              <a:buFont typeface="Arial"/>
              <a:buNone/>
            </a:pPr>
            <a:r>
              <a:rPr lang="en-US" sz="6600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Thanks!</a:t>
            </a:r>
            <a:endParaRPr dirty="0"/>
          </a:p>
        </p:txBody>
      </p:sp>
      <p:sp>
        <p:nvSpPr>
          <p:cNvPr id="83" name="Google Shape;83;p2">
            <a:extLst>
              <a:ext uri="{FF2B5EF4-FFF2-40B4-BE49-F238E27FC236}">
                <a16:creationId xmlns:a16="http://schemas.microsoft.com/office/drawing/2014/main" id="{5E77492E-1A05-AE2C-BAD2-9FBC7B27DE5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624" y="3551414"/>
            <a:ext cx="9672781" cy="162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625" tIns="0" rIns="548625" bIns="0" anchor="ctr" anchorCtr="0">
            <a:noAutofit/>
          </a:bodyPr>
          <a:lstStyle/>
          <a:p>
            <a:r>
              <a:rPr lang="en-US" sz="2400" i="1" dirty="0">
                <a:solidFill>
                  <a:schemeClr val="bg1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Dongkuan (DK) Xu</a:t>
            </a:r>
          </a:p>
          <a:p>
            <a:pPr marL="0" lvl="0" indent="0"/>
            <a:r>
              <a:rPr lang="en-US" sz="2400" i="1" dirty="0">
                <a:solidFill>
                  <a:schemeClr val="bg1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NCSU Generative Intelligent Computing Lab</a:t>
            </a:r>
          </a:p>
          <a:p>
            <a:pPr marL="0" lvl="0" indent="0"/>
            <a:r>
              <a:rPr lang="en-US" sz="2400" i="1" dirty="0">
                <a:solidFill>
                  <a:schemeClr val="bg1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Computer Science, NC State University</a:t>
            </a:r>
          </a:p>
          <a:p>
            <a:pPr lvl="0"/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04/2</a:t>
            </a:r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6</a:t>
            </a: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/2026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84" name="Google Shape;84;p2">
            <a:extLst>
              <a:ext uri="{FF2B5EF4-FFF2-40B4-BE49-F238E27FC236}">
                <a16:creationId xmlns:a16="http://schemas.microsoft.com/office/drawing/2014/main" id="{93B7C190-2E39-48BC-785D-D43A4F6091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6375" y="6204211"/>
            <a:ext cx="2286000" cy="189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7210AF-42E0-83F3-3F43-E0DA17B907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997" t="14916" r="70903" b="71888"/>
          <a:stretch>
            <a:fillRect/>
          </a:stretch>
        </p:blipFill>
        <p:spPr>
          <a:xfrm>
            <a:off x="8555669" y="3796891"/>
            <a:ext cx="1311443" cy="128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645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|26.6|9.4"/>
</p:tagLst>
</file>

<file path=ppt/theme/theme1.xml><?xml version="1.0" encoding="utf-8"?>
<a:theme xmlns:a="http://schemas.openxmlformats.org/drawingml/2006/main" name="AI Academy | Theme">
  <a:themeElements>
    <a:clrScheme name="AI Academy Colors">
      <a:dk1>
        <a:srgbClr val="333333"/>
      </a:dk1>
      <a:lt1>
        <a:srgbClr val="F2F2F2"/>
      </a:lt1>
      <a:dk2>
        <a:srgbClr val="4156A1"/>
      </a:dk2>
      <a:lt2>
        <a:srgbClr val="D7A700"/>
      </a:lt2>
      <a:accent1>
        <a:srgbClr val="008373"/>
      </a:accent1>
      <a:accent2>
        <a:srgbClr val="5B73BB"/>
      </a:accent2>
      <a:accent3>
        <a:srgbClr val="FAC800"/>
      </a:accent3>
      <a:accent4>
        <a:srgbClr val="00716D"/>
      </a:accent4>
      <a:accent5>
        <a:srgbClr val="2CB597"/>
      </a:accent5>
      <a:accent6>
        <a:srgbClr val="F8DA3E"/>
      </a:accent6>
      <a:hlink>
        <a:srgbClr val="4156A1"/>
      </a:hlink>
      <a:folHlink>
        <a:srgbClr val="4165A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D1BEE7492B748AAA939E15478942A" ma:contentTypeVersion="3" ma:contentTypeDescription="Create a new document." ma:contentTypeScope="" ma:versionID="a3ae003b3bc9c2f933d329e11d0c3319">
  <xsd:schema xmlns:xsd="http://www.w3.org/2001/XMLSchema" xmlns:xs="http://www.w3.org/2001/XMLSchema" xmlns:p="http://schemas.microsoft.com/office/2006/metadata/properties" xmlns:ns2="f5820155-a73e-4bed-81ca-61e3abc3ae5c" targetNamespace="http://schemas.microsoft.com/office/2006/metadata/properties" ma:root="true" ma:fieldsID="7eb7418994d847370236082d77edc9a3" ns2:_="">
    <xsd:import namespace="f5820155-a73e-4bed-81ca-61e3abc3ae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820155-a73e-4bed-81ca-61e3abc3ae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F9A040A-FB2F-434F-AA84-7FFD3C387350}"/>
</file>

<file path=customXml/itemProps2.xml><?xml version="1.0" encoding="utf-8"?>
<ds:datastoreItem xmlns:ds="http://schemas.openxmlformats.org/officeDocument/2006/customXml" ds:itemID="{C9617861-98C4-4E0A-99C4-5816710B93C2}"/>
</file>

<file path=customXml/itemProps3.xml><?xml version="1.0" encoding="utf-8"?>
<ds:datastoreItem xmlns:ds="http://schemas.openxmlformats.org/officeDocument/2006/customXml" ds:itemID="{D396113A-6F90-4C3B-86CC-FF743D891EC0}"/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2357</Words>
  <Application>Microsoft Macintosh PowerPoint</Application>
  <PresentationFormat>Widescreen</PresentationFormat>
  <Paragraphs>1114</Paragraphs>
  <Slides>57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Calibri Light</vt:lpstr>
      <vt:lpstr>Wingdings</vt:lpstr>
      <vt:lpstr>Arial</vt:lpstr>
      <vt:lpstr>Consolas</vt:lpstr>
      <vt:lpstr>Calibri</vt:lpstr>
      <vt:lpstr>Cambria Math</vt:lpstr>
      <vt:lpstr>Tahoma</vt:lpstr>
      <vt:lpstr>Times New Roman</vt:lpstr>
      <vt:lpstr>AI Academy | Theme</vt:lpstr>
      <vt:lpstr>Decision Trees &amp; Bagging</vt:lpstr>
      <vt:lpstr>PowerPoint Presentation</vt:lpstr>
      <vt:lpstr>Decision Trees</vt:lpstr>
      <vt:lpstr>Classification: Definition</vt:lpstr>
      <vt:lpstr>PowerPoint Presentation</vt:lpstr>
      <vt:lpstr>PowerPoint Presentation</vt:lpstr>
      <vt:lpstr>Illustrating Classification Task</vt:lpstr>
      <vt:lpstr>Decision trees</vt:lpstr>
      <vt:lpstr>How does a decision tree represent a prediction rule or model?</vt:lpstr>
      <vt:lpstr>Decision Tree for Tax Fraud Detection</vt:lpstr>
      <vt:lpstr>Decision Tree for Tax Fraud Detection</vt:lpstr>
      <vt:lpstr>Decision Tree for Tax Fraud Detection</vt:lpstr>
      <vt:lpstr>Decision Tree for Tax Fraud Detection</vt:lpstr>
      <vt:lpstr>Decision Tree for Tax Fraud Detection</vt:lpstr>
      <vt:lpstr>Decision Tree for Tax Fraud Detection</vt:lpstr>
      <vt:lpstr>Decision Tree for Tax Fraud Detection</vt:lpstr>
      <vt:lpstr>Decision Tree for Tax Fraud Detection</vt:lpstr>
      <vt:lpstr>Structure of a decision tree</vt:lpstr>
      <vt:lpstr>Decision Tree Induction</vt:lpstr>
      <vt:lpstr>Another Example of Decision Tree</vt:lpstr>
      <vt:lpstr>How do we know what the best decision tree is?</vt:lpstr>
      <vt:lpstr>Selecting the Best Attribute</vt:lpstr>
      <vt:lpstr>Building a decision tree</vt:lpstr>
      <vt:lpstr>Measures of Best Attribute to Split</vt:lpstr>
      <vt:lpstr>Assumption: Binary Split</vt:lpstr>
      <vt:lpstr>Misclassification Error</vt:lpstr>
      <vt:lpstr>Misclassification Error of a Split </vt:lpstr>
      <vt:lpstr>Misclassification Error of a Split </vt:lpstr>
      <vt:lpstr>PowerPoint Presentation</vt:lpstr>
      <vt:lpstr>Misclassification Error of a Split </vt:lpstr>
      <vt:lpstr>PowerPoint Presentation</vt:lpstr>
      <vt:lpstr>Non-Binary Attributes</vt:lpstr>
      <vt:lpstr>Splitting Nominal Attributes</vt:lpstr>
      <vt:lpstr>Splitting Continuous Attributes</vt:lpstr>
      <vt:lpstr>Ensemble Methods</vt:lpstr>
      <vt:lpstr>Ensemble Methods</vt:lpstr>
      <vt:lpstr>Bagging</vt:lpstr>
      <vt:lpstr>General Idea</vt:lpstr>
      <vt:lpstr>Why does it work?</vt:lpstr>
      <vt:lpstr>Why does it work?</vt:lpstr>
      <vt:lpstr>Examples of Ensemble Methods</vt:lpstr>
      <vt:lpstr>Bagging</vt:lpstr>
      <vt:lpstr>Bagging, continued</vt:lpstr>
      <vt:lpstr>Bagging, continued</vt:lpstr>
      <vt:lpstr>Bagging, results</vt:lpstr>
      <vt:lpstr>Bagging, continued</vt:lpstr>
      <vt:lpstr>Bagging, continued</vt:lpstr>
      <vt:lpstr>Bagging, results</vt:lpstr>
      <vt:lpstr>Bagging, continued</vt:lpstr>
      <vt:lpstr>Bagging, results</vt:lpstr>
      <vt:lpstr>Bagging, results</vt:lpstr>
      <vt:lpstr>Bagging, results</vt:lpstr>
      <vt:lpstr>Boosting</vt:lpstr>
      <vt:lpstr>Boosting</vt:lpstr>
      <vt:lpstr>Boosting</vt:lpstr>
      <vt:lpstr>Boosting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Classification: Basic Concepts, Decision Trees</dc:title>
  <dc:creator>Microsoft Office User</dc:creator>
  <cp:lastModifiedBy>Dongkuan (DK) Xu</cp:lastModifiedBy>
  <cp:revision>138</cp:revision>
  <cp:lastPrinted>2023-09-05T18:47:30Z</cp:lastPrinted>
  <dcterms:created xsi:type="dcterms:W3CDTF">2018-01-19T15:37:29Z</dcterms:created>
  <dcterms:modified xsi:type="dcterms:W3CDTF">2026-04-25T02:38:40Z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0x0101005E1D1BEE7492B748AAA939E15478942A</vt:lpwstr>
  </property>
</Properties>
</file>